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4" r:id="rId1"/>
  </p:sldMasterIdLst>
  <p:notesMasterIdLst>
    <p:notesMasterId r:id="rId22"/>
  </p:notesMasterIdLst>
  <p:sldIdLst>
    <p:sldId id="256" r:id="rId2"/>
    <p:sldId id="257" r:id="rId3"/>
    <p:sldId id="275" r:id="rId4"/>
    <p:sldId id="276" r:id="rId5"/>
    <p:sldId id="268" r:id="rId6"/>
    <p:sldId id="279" r:id="rId7"/>
    <p:sldId id="272" r:id="rId8"/>
    <p:sldId id="269" r:id="rId9"/>
    <p:sldId id="281" r:id="rId10"/>
    <p:sldId id="259" r:id="rId11"/>
    <p:sldId id="265" r:id="rId12"/>
    <p:sldId id="266" r:id="rId13"/>
    <p:sldId id="273" r:id="rId14"/>
    <p:sldId id="261" r:id="rId15"/>
    <p:sldId id="260" r:id="rId16"/>
    <p:sldId id="271" r:id="rId17"/>
    <p:sldId id="263" r:id="rId18"/>
    <p:sldId id="283" r:id="rId19"/>
    <p:sldId id="282" r:id="rId20"/>
    <p:sldId id="280"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893"/>
    <p:restoredTop sz="79714"/>
  </p:normalViewPr>
  <p:slideViewPr>
    <p:cSldViewPr snapToGrid="0">
      <p:cViewPr varScale="1">
        <p:scale>
          <a:sx n="106" d="100"/>
          <a:sy n="106" d="100"/>
        </p:scale>
        <p:origin x="1016"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4" Type="http://schemas.openxmlformats.org/officeDocument/2006/relationships/image" Target="../media/image7.svg"/></Relationships>
</file>

<file path=ppt/diagrams/_rels/data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4" Type="http://schemas.openxmlformats.org/officeDocument/2006/relationships/image" Target="../media/image13.svg"/></Relationships>
</file>

<file path=ppt/diagrams/_rels/data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_rels/data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_rels/data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svg"/><Relationship Id="rId1" Type="http://schemas.openxmlformats.org/officeDocument/2006/relationships/image" Target="../media/image32.png"/><Relationship Id="rId6" Type="http://schemas.openxmlformats.org/officeDocument/2006/relationships/image" Target="../media/image37.svg"/><Relationship Id="rId5" Type="http://schemas.openxmlformats.org/officeDocument/2006/relationships/image" Target="../media/image36.png"/><Relationship Id="rId4" Type="http://schemas.openxmlformats.org/officeDocument/2006/relationships/image" Target="../media/image3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4" Type="http://schemas.openxmlformats.org/officeDocument/2006/relationships/image" Target="../media/image7.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4" Type="http://schemas.openxmlformats.org/officeDocument/2006/relationships/image" Target="../media/image13.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_rels/drawing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svg"/><Relationship Id="rId1" Type="http://schemas.openxmlformats.org/officeDocument/2006/relationships/image" Target="../media/image32.png"/><Relationship Id="rId6" Type="http://schemas.openxmlformats.org/officeDocument/2006/relationships/image" Target="../media/image37.svg"/><Relationship Id="rId5" Type="http://schemas.openxmlformats.org/officeDocument/2006/relationships/image" Target="../media/image36.png"/><Relationship Id="rId4" Type="http://schemas.openxmlformats.org/officeDocument/2006/relationships/image" Target="../media/image35.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a:alpha val="0"/>
      </a:schemeClr>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a:alpha val="0"/>
      </a:schemeClr>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AF638F3-2C18-47EA-BD49-60671A81C376}" type="doc">
      <dgm:prSet loTypeId="urn:microsoft.com/office/officeart/2018/5/layout/IconLeafLabelList" loCatId="icon" qsTypeId="urn:microsoft.com/office/officeart/2005/8/quickstyle/simple1" qsCatId="simple" csTypeId="urn:microsoft.com/office/officeart/2018/5/colors/Iconchunking_neutralicon_colorful5" csCatId="colorful" phldr="1"/>
      <dgm:spPr/>
      <dgm:t>
        <a:bodyPr/>
        <a:lstStyle/>
        <a:p>
          <a:endParaRPr lang="en-US"/>
        </a:p>
      </dgm:t>
    </dgm:pt>
    <dgm:pt modelId="{1B946F8C-89A1-4CC7-809B-E89F45B51BF2}">
      <dgm:prSet/>
      <dgm:spPr/>
      <dgm:t>
        <a:bodyPr/>
        <a:lstStyle/>
        <a:p>
          <a:pPr>
            <a:defRPr cap="all"/>
          </a:pPr>
          <a:r>
            <a:rPr lang="en-US"/>
            <a:t>DTS team – SRE </a:t>
          </a:r>
        </a:p>
      </dgm:t>
    </dgm:pt>
    <dgm:pt modelId="{65C95F34-C979-452E-B59E-5D41741FB202}" type="parTrans" cxnId="{731FB0A8-FDB5-48AC-A6B9-72C4C085151C}">
      <dgm:prSet/>
      <dgm:spPr/>
      <dgm:t>
        <a:bodyPr/>
        <a:lstStyle/>
        <a:p>
          <a:endParaRPr lang="en-US"/>
        </a:p>
      </dgm:t>
    </dgm:pt>
    <dgm:pt modelId="{1D27FDE8-EB94-44C9-91D0-7FD9D2919BD4}" type="sibTrans" cxnId="{731FB0A8-FDB5-48AC-A6B9-72C4C085151C}">
      <dgm:prSet/>
      <dgm:spPr/>
      <dgm:t>
        <a:bodyPr/>
        <a:lstStyle/>
        <a:p>
          <a:endParaRPr lang="en-US"/>
        </a:p>
      </dgm:t>
    </dgm:pt>
    <dgm:pt modelId="{601609C7-EDF8-42FA-AF98-31C9C0FE6A8C}">
      <dgm:prSet/>
      <dgm:spPr/>
      <dgm:t>
        <a:bodyPr/>
        <a:lstStyle/>
        <a:p>
          <a:pPr>
            <a:defRPr cap="all"/>
          </a:pPr>
          <a:r>
            <a:rPr lang="en-US"/>
            <a:t>Managed by – Chris Livermore</a:t>
          </a:r>
        </a:p>
      </dgm:t>
    </dgm:pt>
    <dgm:pt modelId="{6343A2FE-8A65-4FA3-816C-454D73871D44}" type="parTrans" cxnId="{7E09D12F-89C7-4C4A-A2BA-53B0194AD964}">
      <dgm:prSet/>
      <dgm:spPr/>
      <dgm:t>
        <a:bodyPr/>
        <a:lstStyle/>
        <a:p>
          <a:endParaRPr lang="en-US"/>
        </a:p>
      </dgm:t>
    </dgm:pt>
    <dgm:pt modelId="{48EAE201-484E-43B0-B713-7C148D1EEB45}" type="sibTrans" cxnId="{7E09D12F-89C7-4C4A-A2BA-53B0194AD964}">
      <dgm:prSet/>
      <dgm:spPr/>
      <dgm:t>
        <a:bodyPr/>
        <a:lstStyle/>
        <a:p>
          <a:endParaRPr lang="en-US"/>
        </a:p>
      </dgm:t>
    </dgm:pt>
    <dgm:pt modelId="{A39D50F9-048E-4B92-BC53-D100E2343304}" type="pres">
      <dgm:prSet presAssocID="{1AF638F3-2C18-47EA-BD49-60671A81C376}" presName="root" presStyleCnt="0">
        <dgm:presLayoutVars>
          <dgm:dir/>
          <dgm:resizeHandles val="exact"/>
        </dgm:presLayoutVars>
      </dgm:prSet>
      <dgm:spPr/>
    </dgm:pt>
    <dgm:pt modelId="{67F07C52-7E22-490C-9A24-9A66E5506CFD}" type="pres">
      <dgm:prSet presAssocID="{1B946F8C-89A1-4CC7-809B-E89F45B51BF2}" presName="compNode" presStyleCnt="0"/>
      <dgm:spPr/>
    </dgm:pt>
    <dgm:pt modelId="{B5F5F470-8054-4D47-803A-3C8711CFFE05}" type="pres">
      <dgm:prSet presAssocID="{1B946F8C-89A1-4CC7-809B-E89F45B51BF2}" presName="iconBgRect" presStyleLbl="bgShp" presStyleIdx="0" presStyleCnt="2"/>
      <dgm:spPr>
        <a:prstGeom prst="round2DiagRect">
          <a:avLst>
            <a:gd name="adj1" fmla="val 29727"/>
            <a:gd name="adj2" fmla="val 0"/>
          </a:avLst>
        </a:prstGeom>
      </dgm:spPr>
    </dgm:pt>
    <dgm:pt modelId="{E9E02424-82EF-4EDD-9469-5801E40625CE}" type="pres">
      <dgm:prSet presAssocID="{1B946F8C-89A1-4CC7-809B-E89F45B51BF2}"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ser"/>
        </a:ext>
      </dgm:extLst>
    </dgm:pt>
    <dgm:pt modelId="{FBBE85FD-7811-4EAE-8CA7-AF88440D88C2}" type="pres">
      <dgm:prSet presAssocID="{1B946F8C-89A1-4CC7-809B-E89F45B51BF2}" presName="spaceRect" presStyleCnt="0"/>
      <dgm:spPr/>
    </dgm:pt>
    <dgm:pt modelId="{89C09B88-9585-4717-874E-94A0CA7066B0}" type="pres">
      <dgm:prSet presAssocID="{1B946F8C-89A1-4CC7-809B-E89F45B51BF2}" presName="textRect" presStyleLbl="revTx" presStyleIdx="0" presStyleCnt="2">
        <dgm:presLayoutVars>
          <dgm:chMax val="1"/>
          <dgm:chPref val="1"/>
        </dgm:presLayoutVars>
      </dgm:prSet>
      <dgm:spPr/>
    </dgm:pt>
    <dgm:pt modelId="{07B92DA2-DB75-47CF-9E0E-DCD8F5E0B584}" type="pres">
      <dgm:prSet presAssocID="{1D27FDE8-EB94-44C9-91D0-7FD9D2919BD4}" presName="sibTrans" presStyleCnt="0"/>
      <dgm:spPr/>
    </dgm:pt>
    <dgm:pt modelId="{4D8706C3-8E40-466A-8CF0-E3DC62D1F08B}" type="pres">
      <dgm:prSet presAssocID="{601609C7-EDF8-42FA-AF98-31C9C0FE6A8C}" presName="compNode" presStyleCnt="0"/>
      <dgm:spPr/>
    </dgm:pt>
    <dgm:pt modelId="{F7379149-49C7-4AA1-A799-967554D02F12}" type="pres">
      <dgm:prSet presAssocID="{601609C7-EDF8-42FA-AF98-31C9C0FE6A8C}" presName="iconBgRect" presStyleLbl="bgShp" presStyleIdx="1" presStyleCnt="2"/>
      <dgm:spPr>
        <a:prstGeom prst="round2DiagRect">
          <a:avLst>
            <a:gd name="adj1" fmla="val 29727"/>
            <a:gd name="adj2" fmla="val 0"/>
          </a:avLst>
        </a:prstGeom>
      </dgm:spPr>
    </dgm:pt>
    <dgm:pt modelId="{537D5630-5924-44EC-A937-14C3F6FB4120}" type="pres">
      <dgm:prSet presAssocID="{601609C7-EDF8-42FA-AF98-31C9C0FE6A8C}"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kate"/>
        </a:ext>
      </dgm:extLst>
    </dgm:pt>
    <dgm:pt modelId="{FFC96A88-9453-4CB5-90EA-5FEA512363BC}" type="pres">
      <dgm:prSet presAssocID="{601609C7-EDF8-42FA-AF98-31C9C0FE6A8C}" presName="spaceRect" presStyleCnt="0"/>
      <dgm:spPr/>
    </dgm:pt>
    <dgm:pt modelId="{76C23014-6404-46B3-98F1-286838351396}" type="pres">
      <dgm:prSet presAssocID="{601609C7-EDF8-42FA-AF98-31C9C0FE6A8C}" presName="textRect" presStyleLbl="revTx" presStyleIdx="1" presStyleCnt="2">
        <dgm:presLayoutVars>
          <dgm:chMax val="1"/>
          <dgm:chPref val="1"/>
        </dgm:presLayoutVars>
      </dgm:prSet>
      <dgm:spPr/>
    </dgm:pt>
  </dgm:ptLst>
  <dgm:cxnLst>
    <dgm:cxn modelId="{7E09D12F-89C7-4C4A-A2BA-53B0194AD964}" srcId="{1AF638F3-2C18-47EA-BD49-60671A81C376}" destId="{601609C7-EDF8-42FA-AF98-31C9C0FE6A8C}" srcOrd="1" destOrd="0" parTransId="{6343A2FE-8A65-4FA3-816C-454D73871D44}" sibTransId="{48EAE201-484E-43B0-B713-7C148D1EEB45}"/>
    <dgm:cxn modelId="{B85D3243-2871-4A60-9069-66106D1499AA}" type="presOf" srcId="{1AF638F3-2C18-47EA-BD49-60671A81C376}" destId="{A39D50F9-048E-4B92-BC53-D100E2343304}" srcOrd="0" destOrd="0" presId="urn:microsoft.com/office/officeart/2018/5/layout/IconLeafLabelList"/>
    <dgm:cxn modelId="{731FB0A8-FDB5-48AC-A6B9-72C4C085151C}" srcId="{1AF638F3-2C18-47EA-BD49-60671A81C376}" destId="{1B946F8C-89A1-4CC7-809B-E89F45B51BF2}" srcOrd="0" destOrd="0" parTransId="{65C95F34-C979-452E-B59E-5D41741FB202}" sibTransId="{1D27FDE8-EB94-44C9-91D0-7FD9D2919BD4}"/>
    <dgm:cxn modelId="{9C434EC2-C240-4E98-AD42-E345EF263F1E}" type="presOf" srcId="{1B946F8C-89A1-4CC7-809B-E89F45B51BF2}" destId="{89C09B88-9585-4717-874E-94A0CA7066B0}" srcOrd="0" destOrd="0" presId="urn:microsoft.com/office/officeart/2018/5/layout/IconLeafLabelList"/>
    <dgm:cxn modelId="{792934F2-A95B-425D-BE50-803037C93B11}" type="presOf" srcId="{601609C7-EDF8-42FA-AF98-31C9C0FE6A8C}" destId="{76C23014-6404-46B3-98F1-286838351396}" srcOrd="0" destOrd="0" presId="urn:microsoft.com/office/officeart/2018/5/layout/IconLeafLabelList"/>
    <dgm:cxn modelId="{91925DAE-A46C-4407-B934-6947F23488DA}" type="presParOf" srcId="{A39D50F9-048E-4B92-BC53-D100E2343304}" destId="{67F07C52-7E22-490C-9A24-9A66E5506CFD}" srcOrd="0" destOrd="0" presId="urn:microsoft.com/office/officeart/2018/5/layout/IconLeafLabelList"/>
    <dgm:cxn modelId="{82EEBC2B-5139-45C6-8B68-0CBE5187DA87}" type="presParOf" srcId="{67F07C52-7E22-490C-9A24-9A66E5506CFD}" destId="{B5F5F470-8054-4D47-803A-3C8711CFFE05}" srcOrd="0" destOrd="0" presId="urn:microsoft.com/office/officeart/2018/5/layout/IconLeafLabelList"/>
    <dgm:cxn modelId="{21E68570-A2A0-46C1-AFB7-07E0E14BA4AF}" type="presParOf" srcId="{67F07C52-7E22-490C-9A24-9A66E5506CFD}" destId="{E9E02424-82EF-4EDD-9469-5801E40625CE}" srcOrd="1" destOrd="0" presId="urn:microsoft.com/office/officeart/2018/5/layout/IconLeafLabelList"/>
    <dgm:cxn modelId="{325B5026-1C67-4015-A379-A6DED895AA71}" type="presParOf" srcId="{67F07C52-7E22-490C-9A24-9A66E5506CFD}" destId="{FBBE85FD-7811-4EAE-8CA7-AF88440D88C2}" srcOrd="2" destOrd="0" presId="urn:microsoft.com/office/officeart/2018/5/layout/IconLeafLabelList"/>
    <dgm:cxn modelId="{59EC8EC6-F778-42D1-872B-E5B3EA349754}" type="presParOf" srcId="{67F07C52-7E22-490C-9A24-9A66E5506CFD}" destId="{89C09B88-9585-4717-874E-94A0CA7066B0}" srcOrd="3" destOrd="0" presId="urn:microsoft.com/office/officeart/2018/5/layout/IconLeafLabelList"/>
    <dgm:cxn modelId="{B62C713D-87C2-441B-8F77-B99B50F01841}" type="presParOf" srcId="{A39D50F9-048E-4B92-BC53-D100E2343304}" destId="{07B92DA2-DB75-47CF-9E0E-DCD8F5E0B584}" srcOrd="1" destOrd="0" presId="urn:microsoft.com/office/officeart/2018/5/layout/IconLeafLabelList"/>
    <dgm:cxn modelId="{337AA04D-221B-4EC6-952F-2B86AB681906}" type="presParOf" srcId="{A39D50F9-048E-4B92-BC53-D100E2343304}" destId="{4D8706C3-8E40-466A-8CF0-E3DC62D1F08B}" srcOrd="2" destOrd="0" presId="urn:microsoft.com/office/officeart/2018/5/layout/IconLeafLabelList"/>
    <dgm:cxn modelId="{5A4A077E-99F7-43D0-AA28-1832F9F06104}" type="presParOf" srcId="{4D8706C3-8E40-466A-8CF0-E3DC62D1F08B}" destId="{F7379149-49C7-4AA1-A799-967554D02F12}" srcOrd="0" destOrd="0" presId="urn:microsoft.com/office/officeart/2018/5/layout/IconLeafLabelList"/>
    <dgm:cxn modelId="{AAD835E3-23FD-43D8-97CE-12465B3801F3}" type="presParOf" srcId="{4D8706C3-8E40-466A-8CF0-E3DC62D1F08B}" destId="{537D5630-5924-44EC-A937-14C3F6FB4120}" srcOrd="1" destOrd="0" presId="urn:microsoft.com/office/officeart/2018/5/layout/IconLeafLabelList"/>
    <dgm:cxn modelId="{C97E5DBF-1071-4E85-AEAE-AA19C996B487}" type="presParOf" srcId="{4D8706C3-8E40-466A-8CF0-E3DC62D1F08B}" destId="{FFC96A88-9453-4CB5-90EA-5FEA512363BC}" srcOrd="2" destOrd="0" presId="urn:microsoft.com/office/officeart/2018/5/layout/IconLeafLabelList"/>
    <dgm:cxn modelId="{93515249-1C67-495F-8440-E8926CF6852F}" type="presParOf" srcId="{4D8706C3-8E40-466A-8CF0-E3DC62D1F08B}" destId="{76C23014-6404-46B3-98F1-286838351396}"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95240E7-3019-4EC0-9711-D8E0CD8D264A}"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3DF87B17-0026-46F9-B3F9-14E24A9B3918}">
      <dgm:prSet/>
      <dgm:spPr/>
      <dgm:t>
        <a:bodyPr/>
        <a:lstStyle/>
        <a:p>
          <a:pPr>
            <a:lnSpc>
              <a:spcPct val="100000"/>
            </a:lnSpc>
          </a:pPr>
          <a:r>
            <a:rPr lang="en-US" dirty="0"/>
            <a:t>Without using AWS console</a:t>
          </a:r>
        </a:p>
      </dgm:t>
    </dgm:pt>
    <dgm:pt modelId="{72F0AAE3-449C-4356-B554-C81D4143B65F}" type="parTrans" cxnId="{56EFFA44-8800-4535-821D-CFC16A7BB555}">
      <dgm:prSet/>
      <dgm:spPr/>
      <dgm:t>
        <a:bodyPr/>
        <a:lstStyle/>
        <a:p>
          <a:endParaRPr lang="en-US"/>
        </a:p>
      </dgm:t>
    </dgm:pt>
    <dgm:pt modelId="{385E7886-9506-4F75-A5BD-C757134F5A63}" type="sibTrans" cxnId="{56EFFA44-8800-4535-821D-CFC16A7BB555}">
      <dgm:prSet/>
      <dgm:spPr/>
      <dgm:t>
        <a:bodyPr/>
        <a:lstStyle/>
        <a:p>
          <a:endParaRPr lang="en-US"/>
        </a:p>
      </dgm:t>
    </dgm:pt>
    <dgm:pt modelId="{6017091C-79F0-454C-88DB-F8A30F0E4363}">
      <dgm:prSet/>
      <dgm:spPr/>
      <dgm:t>
        <a:bodyPr/>
        <a:lstStyle/>
        <a:p>
          <a:pPr>
            <a:lnSpc>
              <a:spcPct val="100000"/>
            </a:lnSpc>
          </a:pPr>
          <a:r>
            <a:rPr lang="en-US"/>
            <a:t>Only with terraform (infrastructure-as-code)</a:t>
          </a:r>
        </a:p>
      </dgm:t>
    </dgm:pt>
    <dgm:pt modelId="{BAC14AB8-AF7F-4790-B907-9B558D4E32FD}" type="parTrans" cxnId="{D92CFC14-A4F6-4BC8-A709-5BC7B0E73C52}">
      <dgm:prSet/>
      <dgm:spPr/>
      <dgm:t>
        <a:bodyPr/>
        <a:lstStyle/>
        <a:p>
          <a:endParaRPr lang="en-US"/>
        </a:p>
      </dgm:t>
    </dgm:pt>
    <dgm:pt modelId="{731260D9-1D27-4287-A698-AF06B84388E7}" type="sibTrans" cxnId="{D92CFC14-A4F6-4BC8-A709-5BC7B0E73C52}">
      <dgm:prSet/>
      <dgm:spPr/>
      <dgm:t>
        <a:bodyPr/>
        <a:lstStyle/>
        <a:p>
          <a:endParaRPr lang="en-US"/>
        </a:p>
      </dgm:t>
    </dgm:pt>
    <dgm:pt modelId="{81215A22-43DF-44AC-87B8-5AE952301A41}" type="pres">
      <dgm:prSet presAssocID="{795240E7-3019-4EC0-9711-D8E0CD8D264A}" presName="root" presStyleCnt="0">
        <dgm:presLayoutVars>
          <dgm:dir/>
          <dgm:resizeHandles val="exact"/>
        </dgm:presLayoutVars>
      </dgm:prSet>
      <dgm:spPr/>
    </dgm:pt>
    <dgm:pt modelId="{760CDDF7-F2F7-4604-AB9A-A65D7584BEF3}" type="pres">
      <dgm:prSet presAssocID="{3DF87B17-0026-46F9-B3F9-14E24A9B3918}" presName="compNode" presStyleCnt="0"/>
      <dgm:spPr/>
    </dgm:pt>
    <dgm:pt modelId="{11789D09-CE09-49D9-9684-0E9331DB213C}" type="pres">
      <dgm:prSet presAssocID="{3DF87B17-0026-46F9-B3F9-14E24A9B3918}"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loud"/>
        </a:ext>
      </dgm:extLst>
    </dgm:pt>
    <dgm:pt modelId="{EFC3DCA4-5189-4C5D-A007-FFB0DCBC314A}" type="pres">
      <dgm:prSet presAssocID="{3DF87B17-0026-46F9-B3F9-14E24A9B3918}" presName="spaceRect" presStyleCnt="0"/>
      <dgm:spPr/>
    </dgm:pt>
    <dgm:pt modelId="{E7D1A356-C50B-4BC5-B1B0-060930E7E998}" type="pres">
      <dgm:prSet presAssocID="{3DF87B17-0026-46F9-B3F9-14E24A9B3918}" presName="textRect" presStyleLbl="revTx" presStyleIdx="0" presStyleCnt="2">
        <dgm:presLayoutVars>
          <dgm:chMax val="1"/>
          <dgm:chPref val="1"/>
        </dgm:presLayoutVars>
      </dgm:prSet>
      <dgm:spPr/>
    </dgm:pt>
    <dgm:pt modelId="{C5340EE7-FFA3-441A-9D2E-2581DCE9EAF6}" type="pres">
      <dgm:prSet presAssocID="{385E7886-9506-4F75-A5BD-C757134F5A63}" presName="sibTrans" presStyleCnt="0"/>
      <dgm:spPr/>
    </dgm:pt>
    <dgm:pt modelId="{E945C557-2CF8-4E63-9783-7C832616D89C}" type="pres">
      <dgm:prSet presAssocID="{6017091C-79F0-454C-88DB-F8A30F0E4363}" presName="compNode" presStyleCnt="0"/>
      <dgm:spPr/>
    </dgm:pt>
    <dgm:pt modelId="{4D3734A4-F607-4106-BF5A-FD6D386855C9}" type="pres">
      <dgm:prSet presAssocID="{6017091C-79F0-454C-88DB-F8A30F0E4363}"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grammer"/>
        </a:ext>
      </dgm:extLst>
    </dgm:pt>
    <dgm:pt modelId="{37079FC4-C721-44A9-BF7C-1CA504E8E617}" type="pres">
      <dgm:prSet presAssocID="{6017091C-79F0-454C-88DB-F8A30F0E4363}" presName="spaceRect" presStyleCnt="0"/>
      <dgm:spPr/>
    </dgm:pt>
    <dgm:pt modelId="{40249946-2336-410C-9FDB-05F1F58871B0}" type="pres">
      <dgm:prSet presAssocID="{6017091C-79F0-454C-88DB-F8A30F0E4363}" presName="textRect" presStyleLbl="revTx" presStyleIdx="1" presStyleCnt="2">
        <dgm:presLayoutVars>
          <dgm:chMax val="1"/>
          <dgm:chPref val="1"/>
        </dgm:presLayoutVars>
      </dgm:prSet>
      <dgm:spPr/>
    </dgm:pt>
  </dgm:ptLst>
  <dgm:cxnLst>
    <dgm:cxn modelId="{3B768706-280A-954B-B89A-8A9D7D321811}" type="presOf" srcId="{3DF87B17-0026-46F9-B3F9-14E24A9B3918}" destId="{E7D1A356-C50B-4BC5-B1B0-060930E7E998}" srcOrd="0" destOrd="0" presId="urn:microsoft.com/office/officeart/2018/2/layout/IconLabelList"/>
    <dgm:cxn modelId="{D92CFC14-A4F6-4BC8-A709-5BC7B0E73C52}" srcId="{795240E7-3019-4EC0-9711-D8E0CD8D264A}" destId="{6017091C-79F0-454C-88DB-F8A30F0E4363}" srcOrd="1" destOrd="0" parTransId="{BAC14AB8-AF7F-4790-B907-9B558D4E32FD}" sibTransId="{731260D9-1D27-4287-A698-AF06B84388E7}"/>
    <dgm:cxn modelId="{56EFFA44-8800-4535-821D-CFC16A7BB555}" srcId="{795240E7-3019-4EC0-9711-D8E0CD8D264A}" destId="{3DF87B17-0026-46F9-B3F9-14E24A9B3918}" srcOrd="0" destOrd="0" parTransId="{72F0AAE3-449C-4356-B554-C81D4143B65F}" sibTransId="{385E7886-9506-4F75-A5BD-C757134F5A63}"/>
    <dgm:cxn modelId="{1250F3E9-4232-074A-A75B-9F5113364298}" type="presOf" srcId="{795240E7-3019-4EC0-9711-D8E0CD8D264A}" destId="{81215A22-43DF-44AC-87B8-5AE952301A41}" srcOrd="0" destOrd="0" presId="urn:microsoft.com/office/officeart/2018/2/layout/IconLabelList"/>
    <dgm:cxn modelId="{2C97E5FE-03EF-0C46-8F80-9EBA2A916299}" type="presOf" srcId="{6017091C-79F0-454C-88DB-F8A30F0E4363}" destId="{40249946-2336-410C-9FDB-05F1F58871B0}" srcOrd="0" destOrd="0" presId="urn:microsoft.com/office/officeart/2018/2/layout/IconLabelList"/>
    <dgm:cxn modelId="{6F96AFB6-7367-F04D-B535-E06D9FC8A01B}" type="presParOf" srcId="{81215A22-43DF-44AC-87B8-5AE952301A41}" destId="{760CDDF7-F2F7-4604-AB9A-A65D7584BEF3}" srcOrd="0" destOrd="0" presId="urn:microsoft.com/office/officeart/2018/2/layout/IconLabelList"/>
    <dgm:cxn modelId="{3C891778-BD35-3442-BFF3-658F12C7FD71}" type="presParOf" srcId="{760CDDF7-F2F7-4604-AB9A-A65D7584BEF3}" destId="{11789D09-CE09-49D9-9684-0E9331DB213C}" srcOrd="0" destOrd="0" presId="urn:microsoft.com/office/officeart/2018/2/layout/IconLabelList"/>
    <dgm:cxn modelId="{ADD44F32-A8FB-4844-974D-7C4C92F12FB0}" type="presParOf" srcId="{760CDDF7-F2F7-4604-AB9A-A65D7584BEF3}" destId="{EFC3DCA4-5189-4C5D-A007-FFB0DCBC314A}" srcOrd="1" destOrd="0" presId="urn:microsoft.com/office/officeart/2018/2/layout/IconLabelList"/>
    <dgm:cxn modelId="{02EFBF14-A301-5D4F-83C4-AC5621D89551}" type="presParOf" srcId="{760CDDF7-F2F7-4604-AB9A-A65D7584BEF3}" destId="{E7D1A356-C50B-4BC5-B1B0-060930E7E998}" srcOrd="2" destOrd="0" presId="urn:microsoft.com/office/officeart/2018/2/layout/IconLabelList"/>
    <dgm:cxn modelId="{38C6FF21-4288-5049-B113-D286E6E8F032}" type="presParOf" srcId="{81215A22-43DF-44AC-87B8-5AE952301A41}" destId="{C5340EE7-FFA3-441A-9D2E-2581DCE9EAF6}" srcOrd="1" destOrd="0" presId="urn:microsoft.com/office/officeart/2018/2/layout/IconLabelList"/>
    <dgm:cxn modelId="{80029E19-4C7D-1147-8475-1FC3EDAB955C}" type="presParOf" srcId="{81215A22-43DF-44AC-87B8-5AE952301A41}" destId="{E945C557-2CF8-4E63-9783-7C832616D89C}" srcOrd="2" destOrd="0" presId="urn:microsoft.com/office/officeart/2018/2/layout/IconLabelList"/>
    <dgm:cxn modelId="{5B44985B-872B-3E4F-94E8-C25CABB46F9A}" type="presParOf" srcId="{E945C557-2CF8-4E63-9783-7C832616D89C}" destId="{4D3734A4-F607-4106-BF5A-FD6D386855C9}" srcOrd="0" destOrd="0" presId="urn:microsoft.com/office/officeart/2018/2/layout/IconLabelList"/>
    <dgm:cxn modelId="{6B9218F2-65BB-F942-95AB-1B0AD8E0ED9C}" type="presParOf" srcId="{E945C557-2CF8-4E63-9783-7C832616D89C}" destId="{37079FC4-C721-44A9-BF7C-1CA504E8E617}" srcOrd="1" destOrd="0" presId="urn:microsoft.com/office/officeart/2018/2/layout/IconLabelList"/>
    <dgm:cxn modelId="{73CF7630-FD61-B348-BD87-8F31E889AB10}" type="presParOf" srcId="{E945C557-2CF8-4E63-9783-7C832616D89C}" destId="{40249946-2336-410C-9FDB-05F1F58871B0}"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C92092D-0B8B-4F2F-84F9-073CA3C17AFA}" type="doc">
      <dgm:prSet loTypeId="urn:microsoft.com/office/officeart/2018/2/layout/IconLabelList" loCatId="icon" qsTypeId="urn:microsoft.com/office/officeart/2005/8/quickstyle/simple1" qsCatId="simple" csTypeId="urn:microsoft.com/office/officeart/2018/5/colors/Iconchunking_neutralbg_accent0_3" csCatId="mainScheme" phldr="1"/>
      <dgm:spPr/>
      <dgm:t>
        <a:bodyPr/>
        <a:lstStyle/>
        <a:p>
          <a:endParaRPr lang="en-US"/>
        </a:p>
      </dgm:t>
    </dgm:pt>
    <dgm:pt modelId="{53602EA1-B631-4805-8226-1232490EC826}">
      <dgm:prSet/>
      <dgm:spPr/>
      <dgm:t>
        <a:bodyPr/>
        <a:lstStyle/>
        <a:p>
          <a:pPr>
            <a:lnSpc>
              <a:spcPct val="100000"/>
            </a:lnSpc>
          </a:pPr>
          <a:r>
            <a:rPr lang="en-GB" dirty="0"/>
            <a:t>Version control of infrastructure</a:t>
          </a:r>
          <a:endParaRPr lang="en-US" dirty="0"/>
        </a:p>
      </dgm:t>
    </dgm:pt>
    <dgm:pt modelId="{D3CBDD4C-7539-4553-A40A-8B649ABF480E}" type="parTrans" cxnId="{948F57CB-BBBC-4345-9147-1323C869814E}">
      <dgm:prSet/>
      <dgm:spPr/>
      <dgm:t>
        <a:bodyPr/>
        <a:lstStyle/>
        <a:p>
          <a:endParaRPr lang="en-US"/>
        </a:p>
      </dgm:t>
    </dgm:pt>
    <dgm:pt modelId="{A378B344-78AE-4B4F-97C3-CD2DB2251229}" type="sibTrans" cxnId="{948F57CB-BBBC-4345-9147-1323C869814E}">
      <dgm:prSet/>
      <dgm:spPr/>
      <dgm:t>
        <a:bodyPr/>
        <a:lstStyle/>
        <a:p>
          <a:endParaRPr lang="en-US"/>
        </a:p>
      </dgm:t>
    </dgm:pt>
    <dgm:pt modelId="{49AE625A-8AA9-47DF-9442-88B2D525C593}">
      <dgm:prSet/>
      <dgm:spPr/>
      <dgm:t>
        <a:bodyPr/>
        <a:lstStyle/>
        <a:p>
          <a:pPr>
            <a:lnSpc>
              <a:spcPct val="100000"/>
            </a:lnSpc>
          </a:pPr>
          <a:r>
            <a:rPr lang="en-GB" dirty="0"/>
            <a:t>Reusability </a:t>
          </a:r>
          <a:endParaRPr lang="en-US" dirty="0"/>
        </a:p>
      </dgm:t>
    </dgm:pt>
    <dgm:pt modelId="{CB26E346-7262-4B2D-9ED4-7F13EF7310A4}" type="parTrans" cxnId="{6B0949BF-4D6E-40E8-9389-0F2377145FC0}">
      <dgm:prSet/>
      <dgm:spPr/>
      <dgm:t>
        <a:bodyPr/>
        <a:lstStyle/>
        <a:p>
          <a:endParaRPr lang="en-US"/>
        </a:p>
      </dgm:t>
    </dgm:pt>
    <dgm:pt modelId="{D1F4F120-A271-42C8-BE74-4456D966FF16}" type="sibTrans" cxnId="{6B0949BF-4D6E-40E8-9389-0F2377145FC0}">
      <dgm:prSet/>
      <dgm:spPr/>
      <dgm:t>
        <a:bodyPr/>
        <a:lstStyle/>
        <a:p>
          <a:endParaRPr lang="en-US"/>
        </a:p>
      </dgm:t>
    </dgm:pt>
    <dgm:pt modelId="{FA836AFE-068F-4F0A-ADC7-825E30653B50}">
      <dgm:prSet/>
      <dgm:spPr/>
      <dgm:t>
        <a:bodyPr/>
        <a:lstStyle/>
        <a:p>
          <a:pPr>
            <a:lnSpc>
              <a:spcPct val="100000"/>
            </a:lnSpc>
          </a:pPr>
          <a:r>
            <a:rPr lang="en-GB" dirty="0"/>
            <a:t>Consistency across environments</a:t>
          </a:r>
          <a:endParaRPr lang="en-US" dirty="0"/>
        </a:p>
      </dgm:t>
    </dgm:pt>
    <dgm:pt modelId="{EF042327-6467-435F-9A70-5E891FC2291B}" type="parTrans" cxnId="{8D3EE49D-1815-488E-AE6A-3D7CE398A522}">
      <dgm:prSet/>
      <dgm:spPr/>
      <dgm:t>
        <a:bodyPr/>
        <a:lstStyle/>
        <a:p>
          <a:endParaRPr lang="en-US"/>
        </a:p>
      </dgm:t>
    </dgm:pt>
    <dgm:pt modelId="{61C5CC43-2B70-48AD-BAFE-4F6D9FB1302B}" type="sibTrans" cxnId="{8D3EE49D-1815-488E-AE6A-3D7CE398A522}">
      <dgm:prSet/>
      <dgm:spPr/>
      <dgm:t>
        <a:bodyPr/>
        <a:lstStyle/>
        <a:p>
          <a:endParaRPr lang="en-US"/>
        </a:p>
      </dgm:t>
    </dgm:pt>
    <dgm:pt modelId="{3F673915-42F8-4C6F-A7C2-F35CACA82587}" type="pres">
      <dgm:prSet presAssocID="{6C92092D-0B8B-4F2F-84F9-073CA3C17AFA}" presName="root" presStyleCnt="0">
        <dgm:presLayoutVars>
          <dgm:dir/>
          <dgm:resizeHandles val="exact"/>
        </dgm:presLayoutVars>
      </dgm:prSet>
      <dgm:spPr/>
    </dgm:pt>
    <dgm:pt modelId="{0BC0C2FE-90D4-45B3-913B-0B6DE55931F5}" type="pres">
      <dgm:prSet presAssocID="{53602EA1-B631-4805-8226-1232490EC826}" presName="compNode" presStyleCnt="0"/>
      <dgm:spPr/>
    </dgm:pt>
    <dgm:pt modelId="{9FC2CD3F-35C5-476E-8E6E-E8FD10357600}" type="pres">
      <dgm:prSet presAssocID="{53602EA1-B631-4805-8226-1232490EC826}"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oading"/>
        </a:ext>
      </dgm:extLst>
    </dgm:pt>
    <dgm:pt modelId="{2453DD7C-8931-4680-B709-1834E38E80E2}" type="pres">
      <dgm:prSet presAssocID="{53602EA1-B631-4805-8226-1232490EC826}" presName="spaceRect" presStyleCnt="0"/>
      <dgm:spPr/>
    </dgm:pt>
    <dgm:pt modelId="{7A5E8244-0365-4A75-9D55-BE7C1C4ABBFD}" type="pres">
      <dgm:prSet presAssocID="{53602EA1-B631-4805-8226-1232490EC826}" presName="textRect" presStyleLbl="revTx" presStyleIdx="0" presStyleCnt="3">
        <dgm:presLayoutVars>
          <dgm:chMax val="1"/>
          <dgm:chPref val="1"/>
        </dgm:presLayoutVars>
      </dgm:prSet>
      <dgm:spPr/>
    </dgm:pt>
    <dgm:pt modelId="{C27432A8-0A84-4EEE-867C-BD0CFD0450DB}" type="pres">
      <dgm:prSet presAssocID="{A378B344-78AE-4B4F-97C3-CD2DB2251229}" presName="sibTrans" presStyleCnt="0"/>
      <dgm:spPr/>
    </dgm:pt>
    <dgm:pt modelId="{67831DE2-240B-409E-AB88-CA20A0E7EA7C}" type="pres">
      <dgm:prSet presAssocID="{49AE625A-8AA9-47DF-9442-88B2D525C593}" presName="compNode" presStyleCnt="0"/>
      <dgm:spPr/>
    </dgm:pt>
    <dgm:pt modelId="{B6F30755-FD79-4419-A2BE-D01C794EFEA7}" type="pres">
      <dgm:prSet presAssocID="{49AE625A-8AA9-47DF-9442-88B2D525C593}"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mputer"/>
        </a:ext>
      </dgm:extLst>
    </dgm:pt>
    <dgm:pt modelId="{C4EA6D57-8F5C-4C27-836D-CBA2938B4B56}" type="pres">
      <dgm:prSet presAssocID="{49AE625A-8AA9-47DF-9442-88B2D525C593}" presName="spaceRect" presStyleCnt="0"/>
      <dgm:spPr/>
    </dgm:pt>
    <dgm:pt modelId="{B21178EF-3F10-4C28-9C4F-9597B6E6DFBE}" type="pres">
      <dgm:prSet presAssocID="{49AE625A-8AA9-47DF-9442-88B2D525C593}" presName="textRect" presStyleLbl="revTx" presStyleIdx="1" presStyleCnt="3">
        <dgm:presLayoutVars>
          <dgm:chMax val="1"/>
          <dgm:chPref val="1"/>
        </dgm:presLayoutVars>
      </dgm:prSet>
      <dgm:spPr/>
    </dgm:pt>
    <dgm:pt modelId="{44D2A746-CDF0-4914-A229-A48CE2363ABB}" type="pres">
      <dgm:prSet presAssocID="{D1F4F120-A271-42C8-BE74-4456D966FF16}" presName="sibTrans" presStyleCnt="0"/>
      <dgm:spPr/>
    </dgm:pt>
    <dgm:pt modelId="{BE62E266-D30F-429D-922E-FC3EBD2EE530}" type="pres">
      <dgm:prSet presAssocID="{FA836AFE-068F-4F0A-ADC7-825E30653B50}" presName="compNode" presStyleCnt="0"/>
      <dgm:spPr/>
    </dgm:pt>
    <dgm:pt modelId="{6FB4CD0E-E36E-4D4C-975F-2FB3DACBA6E4}" type="pres">
      <dgm:prSet presAssocID="{FA836AFE-068F-4F0A-ADC7-825E30653B50}"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Flowchart"/>
        </a:ext>
      </dgm:extLst>
    </dgm:pt>
    <dgm:pt modelId="{ACFBE275-789A-4BBE-A8CD-0A253A6CD31F}" type="pres">
      <dgm:prSet presAssocID="{FA836AFE-068F-4F0A-ADC7-825E30653B50}" presName="spaceRect" presStyleCnt="0"/>
      <dgm:spPr/>
    </dgm:pt>
    <dgm:pt modelId="{3B6EE207-A950-40F7-8862-BBFBA7590187}" type="pres">
      <dgm:prSet presAssocID="{FA836AFE-068F-4F0A-ADC7-825E30653B50}" presName="textRect" presStyleLbl="revTx" presStyleIdx="2" presStyleCnt="3">
        <dgm:presLayoutVars>
          <dgm:chMax val="1"/>
          <dgm:chPref val="1"/>
        </dgm:presLayoutVars>
      </dgm:prSet>
      <dgm:spPr/>
    </dgm:pt>
  </dgm:ptLst>
  <dgm:cxnLst>
    <dgm:cxn modelId="{383A2C0A-1AE6-9E41-A82E-9C022E55F756}" type="presOf" srcId="{53602EA1-B631-4805-8226-1232490EC826}" destId="{7A5E8244-0365-4A75-9D55-BE7C1C4ABBFD}" srcOrd="0" destOrd="0" presId="urn:microsoft.com/office/officeart/2018/2/layout/IconLabelList"/>
    <dgm:cxn modelId="{17C58E4A-45F8-3346-B667-D9A6E4DBBE0B}" type="presOf" srcId="{6C92092D-0B8B-4F2F-84F9-073CA3C17AFA}" destId="{3F673915-42F8-4C6F-A7C2-F35CACA82587}" srcOrd="0" destOrd="0" presId="urn:microsoft.com/office/officeart/2018/2/layout/IconLabelList"/>
    <dgm:cxn modelId="{88BFD872-B8BC-2E4D-B5B6-6E09FDEE53D7}" type="presOf" srcId="{49AE625A-8AA9-47DF-9442-88B2D525C593}" destId="{B21178EF-3F10-4C28-9C4F-9597B6E6DFBE}" srcOrd="0" destOrd="0" presId="urn:microsoft.com/office/officeart/2018/2/layout/IconLabelList"/>
    <dgm:cxn modelId="{8D3EE49D-1815-488E-AE6A-3D7CE398A522}" srcId="{6C92092D-0B8B-4F2F-84F9-073CA3C17AFA}" destId="{FA836AFE-068F-4F0A-ADC7-825E30653B50}" srcOrd="2" destOrd="0" parTransId="{EF042327-6467-435F-9A70-5E891FC2291B}" sibTransId="{61C5CC43-2B70-48AD-BAFE-4F6D9FB1302B}"/>
    <dgm:cxn modelId="{6B0949BF-4D6E-40E8-9389-0F2377145FC0}" srcId="{6C92092D-0B8B-4F2F-84F9-073CA3C17AFA}" destId="{49AE625A-8AA9-47DF-9442-88B2D525C593}" srcOrd="1" destOrd="0" parTransId="{CB26E346-7262-4B2D-9ED4-7F13EF7310A4}" sibTransId="{D1F4F120-A271-42C8-BE74-4456D966FF16}"/>
    <dgm:cxn modelId="{948F57CB-BBBC-4345-9147-1323C869814E}" srcId="{6C92092D-0B8B-4F2F-84F9-073CA3C17AFA}" destId="{53602EA1-B631-4805-8226-1232490EC826}" srcOrd="0" destOrd="0" parTransId="{D3CBDD4C-7539-4553-A40A-8B649ABF480E}" sibTransId="{A378B344-78AE-4B4F-97C3-CD2DB2251229}"/>
    <dgm:cxn modelId="{293577CD-744F-C042-BAF6-F7A70E16D45C}" type="presOf" srcId="{FA836AFE-068F-4F0A-ADC7-825E30653B50}" destId="{3B6EE207-A950-40F7-8862-BBFBA7590187}" srcOrd="0" destOrd="0" presId="urn:microsoft.com/office/officeart/2018/2/layout/IconLabelList"/>
    <dgm:cxn modelId="{07A757AF-A9D5-3246-AFDD-BE999ADF13FA}" type="presParOf" srcId="{3F673915-42F8-4C6F-A7C2-F35CACA82587}" destId="{0BC0C2FE-90D4-45B3-913B-0B6DE55931F5}" srcOrd="0" destOrd="0" presId="urn:microsoft.com/office/officeart/2018/2/layout/IconLabelList"/>
    <dgm:cxn modelId="{87A37E72-E880-8348-8442-574DEEFAE0DC}" type="presParOf" srcId="{0BC0C2FE-90D4-45B3-913B-0B6DE55931F5}" destId="{9FC2CD3F-35C5-476E-8E6E-E8FD10357600}" srcOrd="0" destOrd="0" presId="urn:microsoft.com/office/officeart/2018/2/layout/IconLabelList"/>
    <dgm:cxn modelId="{7A8015BB-18A3-6544-883D-0177F8A30F00}" type="presParOf" srcId="{0BC0C2FE-90D4-45B3-913B-0B6DE55931F5}" destId="{2453DD7C-8931-4680-B709-1834E38E80E2}" srcOrd="1" destOrd="0" presId="urn:microsoft.com/office/officeart/2018/2/layout/IconLabelList"/>
    <dgm:cxn modelId="{7CFED937-3C3E-5946-A59C-5A79C90BD288}" type="presParOf" srcId="{0BC0C2FE-90D4-45B3-913B-0B6DE55931F5}" destId="{7A5E8244-0365-4A75-9D55-BE7C1C4ABBFD}" srcOrd="2" destOrd="0" presId="urn:microsoft.com/office/officeart/2018/2/layout/IconLabelList"/>
    <dgm:cxn modelId="{4F8A9F7D-3F7C-3B4A-A76A-E9C86C91850E}" type="presParOf" srcId="{3F673915-42F8-4C6F-A7C2-F35CACA82587}" destId="{C27432A8-0A84-4EEE-867C-BD0CFD0450DB}" srcOrd="1" destOrd="0" presId="urn:microsoft.com/office/officeart/2018/2/layout/IconLabelList"/>
    <dgm:cxn modelId="{C527471E-6FC7-2A42-A018-7A64C484BE98}" type="presParOf" srcId="{3F673915-42F8-4C6F-A7C2-F35CACA82587}" destId="{67831DE2-240B-409E-AB88-CA20A0E7EA7C}" srcOrd="2" destOrd="0" presId="urn:microsoft.com/office/officeart/2018/2/layout/IconLabelList"/>
    <dgm:cxn modelId="{27FC7C15-89C7-4843-B6E8-6A3B977582B5}" type="presParOf" srcId="{67831DE2-240B-409E-AB88-CA20A0E7EA7C}" destId="{B6F30755-FD79-4419-A2BE-D01C794EFEA7}" srcOrd="0" destOrd="0" presId="urn:microsoft.com/office/officeart/2018/2/layout/IconLabelList"/>
    <dgm:cxn modelId="{3D8B014F-F8CF-304B-8891-22338C42E8D8}" type="presParOf" srcId="{67831DE2-240B-409E-AB88-CA20A0E7EA7C}" destId="{C4EA6D57-8F5C-4C27-836D-CBA2938B4B56}" srcOrd="1" destOrd="0" presId="urn:microsoft.com/office/officeart/2018/2/layout/IconLabelList"/>
    <dgm:cxn modelId="{944B6FB9-B049-574A-9877-F5F81DE8009C}" type="presParOf" srcId="{67831DE2-240B-409E-AB88-CA20A0E7EA7C}" destId="{B21178EF-3F10-4C28-9C4F-9597B6E6DFBE}" srcOrd="2" destOrd="0" presId="urn:microsoft.com/office/officeart/2018/2/layout/IconLabelList"/>
    <dgm:cxn modelId="{0CBBA360-A256-834B-ADDB-A1BCF73B6B6C}" type="presParOf" srcId="{3F673915-42F8-4C6F-A7C2-F35CACA82587}" destId="{44D2A746-CDF0-4914-A229-A48CE2363ABB}" srcOrd="3" destOrd="0" presId="urn:microsoft.com/office/officeart/2018/2/layout/IconLabelList"/>
    <dgm:cxn modelId="{CA050DE9-7985-EE4E-84AA-E90C82D092B9}" type="presParOf" srcId="{3F673915-42F8-4C6F-A7C2-F35CACA82587}" destId="{BE62E266-D30F-429D-922E-FC3EBD2EE530}" srcOrd="4" destOrd="0" presId="urn:microsoft.com/office/officeart/2018/2/layout/IconLabelList"/>
    <dgm:cxn modelId="{52C54E1D-E62E-9546-B61F-CDE87A72E577}" type="presParOf" srcId="{BE62E266-D30F-429D-922E-FC3EBD2EE530}" destId="{6FB4CD0E-E36E-4D4C-975F-2FB3DACBA6E4}" srcOrd="0" destOrd="0" presId="urn:microsoft.com/office/officeart/2018/2/layout/IconLabelList"/>
    <dgm:cxn modelId="{E3123301-49CB-6C4F-9AA8-80097799F56D}" type="presParOf" srcId="{BE62E266-D30F-429D-922E-FC3EBD2EE530}" destId="{ACFBE275-789A-4BBE-A8CD-0A253A6CD31F}" srcOrd="1" destOrd="0" presId="urn:microsoft.com/office/officeart/2018/2/layout/IconLabelList"/>
    <dgm:cxn modelId="{E939C3EF-AB7B-1747-88D1-D24A4F63272E}" type="presParOf" srcId="{BE62E266-D30F-429D-922E-FC3EBD2EE530}" destId="{3B6EE207-A950-40F7-8862-BBFBA7590187}"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C92092D-0B8B-4F2F-84F9-073CA3C17AFA}" type="doc">
      <dgm:prSet loTypeId="urn:microsoft.com/office/officeart/2018/2/layout/IconLabelList" loCatId="icon" qsTypeId="urn:microsoft.com/office/officeart/2005/8/quickstyle/simple1" qsCatId="simple" csTypeId="urn:microsoft.com/office/officeart/2018/5/colors/Iconchunking_neutralbg_accent0_3" csCatId="mainScheme" phldr="1"/>
      <dgm:spPr/>
      <dgm:t>
        <a:bodyPr/>
        <a:lstStyle/>
        <a:p>
          <a:endParaRPr lang="en-US"/>
        </a:p>
      </dgm:t>
    </dgm:pt>
    <dgm:pt modelId="{53602EA1-B631-4805-8226-1232490EC826}">
      <dgm:prSet/>
      <dgm:spPr/>
      <dgm:t>
        <a:bodyPr/>
        <a:lstStyle/>
        <a:p>
          <a:pPr>
            <a:lnSpc>
              <a:spcPct val="100000"/>
            </a:lnSpc>
          </a:pPr>
          <a:r>
            <a:rPr lang="en-GB" dirty="0"/>
            <a:t>scalability(e.g. getting 15 servers to run is much easier when you code it)</a:t>
          </a:r>
          <a:endParaRPr lang="en-US" dirty="0"/>
        </a:p>
      </dgm:t>
    </dgm:pt>
    <dgm:pt modelId="{D3CBDD4C-7539-4553-A40A-8B649ABF480E}" type="parTrans" cxnId="{948F57CB-BBBC-4345-9147-1323C869814E}">
      <dgm:prSet/>
      <dgm:spPr/>
      <dgm:t>
        <a:bodyPr/>
        <a:lstStyle/>
        <a:p>
          <a:endParaRPr lang="en-US"/>
        </a:p>
      </dgm:t>
    </dgm:pt>
    <dgm:pt modelId="{A378B344-78AE-4B4F-97C3-CD2DB2251229}" type="sibTrans" cxnId="{948F57CB-BBBC-4345-9147-1323C869814E}">
      <dgm:prSet/>
      <dgm:spPr/>
      <dgm:t>
        <a:bodyPr/>
        <a:lstStyle/>
        <a:p>
          <a:endParaRPr lang="en-US"/>
        </a:p>
      </dgm:t>
    </dgm:pt>
    <dgm:pt modelId="{49AE625A-8AA9-47DF-9442-88B2D525C593}">
      <dgm:prSet/>
      <dgm:spPr/>
      <dgm:t>
        <a:bodyPr/>
        <a:lstStyle/>
        <a:p>
          <a:pPr>
            <a:lnSpc>
              <a:spcPct val="100000"/>
            </a:lnSpc>
          </a:pPr>
          <a:r>
            <a:rPr lang="en-GB"/>
            <a:t>debugging code is way easier than debugging on console</a:t>
          </a:r>
          <a:endParaRPr lang="en-US"/>
        </a:p>
      </dgm:t>
    </dgm:pt>
    <dgm:pt modelId="{CB26E346-7262-4B2D-9ED4-7F13EF7310A4}" type="parTrans" cxnId="{6B0949BF-4D6E-40E8-9389-0F2377145FC0}">
      <dgm:prSet/>
      <dgm:spPr/>
      <dgm:t>
        <a:bodyPr/>
        <a:lstStyle/>
        <a:p>
          <a:endParaRPr lang="en-US"/>
        </a:p>
      </dgm:t>
    </dgm:pt>
    <dgm:pt modelId="{D1F4F120-A271-42C8-BE74-4456D966FF16}" type="sibTrans" cxnId="{6B0949BF-4D6E-40E8-9389-0F2377145FC0}">
      <dgm:prSet/>
      <dgm:spPr/>
      <dgm:t>
        <a:bodyPr/>
        <a:lstStyle/>
        <a:p>
          <a:endParaRPr lang="en-US"/>
        </a:p>
      </dgm:t>
    </dgm:pt>
    <dgm:pt modelId="{FA836AFE-068F-4F0A-ADC7-825E30653B50}">
      <dgm:prSet/>
      <dgm:spPr/>
      <dgm:t>
        <a:bodyPr/>
        <a:lstStyle/>
        <a:p>
          <a:pPr>
            <a:lnSpc>
              <a:spcPct val="100000"/>
            </a:lnSpc>
          </a:pPr>
          <a:r>
            <a:rPr lang="en-GB" dirty="0"/>
            <a:t>only setup in </a:t>
          </a:r>
          <a:r>
            <a:rPr lang="en-GB" dirty="0" err="1"/>
            <a:t>IaC</a:t>
          </a:r>
          <a:r>
            <a:rPr lang="en-GB" dirty="0"/>
            <a:t> takes time, once it’s done that code is ready to be used multiple times and runtime is fast.</a:t>
          </a:r>
          <a:endParaRPr lang="en-US" dirty="0"/>
        </a:p>
      </dgm:t>
    </dgm:pt>
    <dgm:pt modelId="{EF042327-6467-435F-9A70-5E891FC2291B}" type="parTrans" cxnId="{8D3EE49D-1815-488E-AE6A-3D7CE398A522}">
      <dgm:prSet/>
      <dgm:spPr/>
      <dgm:t>
        <a:bodyPr/>
        <a:lstStyle/>
        <a:p>
          <a:endParaRPr lang="en-US"/>
        </a:p>
      </dgm:t>
    </dgm:pt>
    <dgm:pt modelId="{61C5CC43-2B70-48AD-BAFE-4F6D9FB1302B}" type="sibTrans" cxnId="{8D3EE49D-1815-488E-AE6A-3D7CE398A522}">
      <dgm:prSet/>
      <dgm:spPr/>
      <dgm:t>
        <a:bodyPr/>
        <a:lstStyle/>
        <a:p>
          <a:endParaRPr lang="en-US"/>
        </a:p>
      </dgm:t>
    </dgm:pt>
    <dgm:pt modelId="{3F673915-42F8-4C6F-A7C2-F35CACA82587}" type="pres">
      <dgm:prSet presAssocID="{6C92092D-0B8B-4F2F-84F9-073CA3C17AFA}" presName="root" presStyleCnt="0">
        <dgm:presLayoutVars>
          <dgm:dir/>
          <dgm:resizeHandles val="exact"/>
        </dgm:presLayoutVars>
      </dgm:prSet>
      <dgm:spPr/>
    </dgm:pt>
    <dgm:pt modelId="{0BC0C2FE-90D4-45B3-913B-0B6DE55931F5}" type="pres">
      <dgm:prSet presAssocID="{53602EA1-B631-4805-8226-1232490EC826}" presName="compNode" presStyleCnt="0"/>
      <dgm:spPr/>
    </dgm:pt>
    <dgm:pt modelId="{9FC2CD3F-35C5-476E-8E6E-E8FD10357600}" type="pres">
      <dgm:prSet presAssocID="{53602EA1-B631-4805-8226-1232490EC826}"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oading"/>
        </a:ext>
      </dgm:extLst>
    </dgm:pt>
    <dgm:pt modelId="{2453DD7C-8931-4680-B709-1834E38E80E2}" type="pres">
      <dgm:prSet presAssocID="{53602EA1-B631-4805-8226-1232490EC826}" presName="spaceRect" presStyleCnt="0"/>
      <dgm:spPr/>
    </dgm:pt>
    <dgm:pt modelId="{7A5E8244-0365-4A75-9D55-BE7C1C4ABBFD}" type="pres">
      <dgm:prSet presAssocID="{53602EA1-B631-4805-8226-1232490EC826}" presName="textRect" presStyleLbl="revTx" presStyleIdx="0" presStyleCnt="3" custLinFactNeighborX="8329">
        <dgm:presLayoutVars>
          <dgm:chMax val="1"/>
          <dgm:chPref val="1"/>
        </dgm:presLayoutVars>
      </dgm:prSet>
      <dgm:spPr/>
    </dgm:pt>
    <dgm:pt modelId="{C27432A8-0A84-4EEE-867C-BD0CFD0450DB}" type="pres">
      <dgm:prSet presAssocID="{A378B344-78AE-4B4F-97C3-CD2DB2251229}" presName="sibTrans" presStyleCnt="0"/>
      <dgm:spPr/>
    </dgm:pt>
    <dgm:pt modelId="{67831DE2-240B-409E-AB88-CA20A0E7EA7C}" type="pres">
      <dgm:prSet presAssocID="{49AE625A-8AA9-47DF-9442-88B2D525C593}" presName="compNode" presStyleCnt="0"/>
      <dgm:spPr/>
    </dgm:pt>
    <dgm:pt modelId="{B6F30755-FD79-4419-A2BE-D01C794EFEA7}" type="pres">
      <dgm:prSet presAssocID="{49AE625A-8AA9-47DF-9442-88B2D525C593}"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mputer"/>
        </a:ext>
      </dgm:extLst>
    </dgm:pt>
    <dgm:pt modelId="{C4EA6D57-8F5C-4C27-836D-CBA2938B4B56}" type="pres">
      <dgm:prSet presAssocID="{49AE625A-8AA9-47DF-9442-88B2D525C593}" presName="spaceRect" presStyleCnt="0"/>
      <dgm:spPr/>
    </dgm:pt>
    <dgm:pt modelId="{B21178EF-3F10-4C28-9C4F-9597B6E6DFBE}" type="pres">
      <dgm:prSet presAssocID="{49AE625A-8AA9-47DF-9442-88B2D525C593}" presName="textRect" presStyleLbl="revTx" presStyleIdx="1" presStyleCnt="3">
        <dgm:presLayoutVars>
          <dgm:chMax val="1"/>
          <dgm:chPref val="1"/>
        </dgm:presLayoutVars>
      </dgm:prSet>
      <dgm:spPr/>
    </dgm:pt>
    <dgm:pt modelId="{44D2A746-CDF0-4914-A229-A48CE2363ABB}" type="pres">
      <dgm:prSet presAssocID="{D1F4F120-A271-42C8-BE74-4456D966FF16}" presName="sibTrans" presStyleCnt="0"/>
      <dgm:spPr/>
    </dgm:pt>
    <dgm:pt modelId="{BE62E266-D30F-429D-922E-FC3EBD2EE530}" type="pres">
      <dgm:prSet presAssocID="{FA836AFE-068F-4F0A-ADC7-825E30653B50}" presName="compNode" presStyleCnt="0"/>
      <dgm:spPr/>
    </dgm:pt>
    <dgm:pt modelId="{6FB4CD0E-E36E-4D4C-975F-2FB3DACBA6E4}" type="pres">
      <dgm:prSet presAssocID="{FA836AFE-068F-4F0A-ADC7-825E30653B50}"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Flowchart"/>
        </a:ext>
      </dgm:extLst>
    </dgm:pt>
    <dgm:pt modelId="{ACFBE275-789A-4BBE-A8CD-0A253A6CD31F}" type="pres">
      <dgm:prSet presAssocID="{FA836AFE-068F-4F0A-ADC7-825E30653B50}" presName="spaceRect" presStyleCnt="0"/>
      <dgm:spPr/>
    </dgm:pt>
    <dgm:pt modelId="{3B6EE207-A950-40F7-8862-BBFBA7590187}" type="pres">
      <dgm:prSet presAssocID="{FA836AFE-068F-4F0A-ADC7-825E30653B50}" presName="textRect" presStyleLbl="revTx" presStyleIdx="2" presStyleCnt="3">
        <dgm:presLayoutVars>
          <dgm:chMax val="1"/>
          <dgm:chPref val="1"/>
        </dgm:presLayoutVars>
      </dgm:prSet>
      <dgm:spPr/>
    </dgm:pt>
  </dgm:ptLst>
  <dgm:cxnLst>
    <dgm:cxn modelId="{383A2C0A-1AE6-9E41-A82E-9C022E55F756}" type="presOf" srcId="{53602EA1-B631-4805-8226-1232490EC826}" destId="{7A5E8244-0365-4A75-9D55-BE7C1C4ABBFD}" srcOrd="0" destOrd="0" presId="urn:microsoft.com/office/officeart/2018/2/layout/IconLabelList"/>
    <dgm:cxn modelId="{17C58E4A-45F8-3346-B667-D9A6E4DBBE0B}" type="presOf" srcId="{6C92092D-0B8B-4F2F-84F9-073CA3C17AFA}" destId="{3F673915-42F8-4C6F-A7C2-F35CACA82587}" srcOrd="0" destOrd="0" presId="urn:microsoft.com/office/officeart/2018/2/layout/IconLabelList"/>
    <dgm:cxn modelId="{88BFD872-B8BC-2E4D-B5B6-6E09FDEE53D7}" type="presOf" srcId="{49AE625A-8AA9-47DF-9442-88B2D525C593}" destId="{B21178EF-3F10-4C28-9C4F-9597B6E6DFBE}" srcOrd="0" destOrd="0" presId="urn:microsoft.com/office/officeart/2018/2/layout/IconLabelList"/>
    <dgm:cxn modelId="{8D3EE49D-1815-488E-AE6A-3D7CE398A522}" srcId="{6C92092D-0B8B-4F2F-84F9-073CA3C17AFA}" destId="{FA836AFE-068F-4F0A-ADC7-825E30653B50}" srcOrd="2" destOrd="0" parTransId="{EF042327-6467-435F-9A70-5E891FC2291B}" sibTransId="{61C5CC43-2B70-48AD-BAFE-4F6D9FB1302B}"/>
    <dgm:cxn modelId="{6B0949BF-4D6E-40E8-9389-0F2377145FC0}" srcId="{6C92092D-0B8B-4F2F-84F9-073CA3C17AFA}" destId="{49AE625A-8AA9-47DF-9442-88B2D525C593}" srcOrd="1" destOrd="0" parTransId="{CB26E346-7262-4B2D-9ED4-7F13EF7310A4}" sibTransId="{D1F4F120-A271-42C8-BE74-4456D966FF16}"/>
    <dgm:cxn modelId="{948F57CB-BBBC-4345-9147-1323C869814E}" srcId="{6C92092D-0B8B-4F2F-84F9-073CA3C17AFA}" destId="{53602EA1-B631-4805-8226-1232490EC826}" srcOrd="0" destOrd="0" parTransId="{D3CBDD4C-7539-4553-A40A-8B649ABF480E}" sibTransId="{A378B344-78AE-4B4F-97C3-CD2DB2251229}"/>
    <dgm:cxn modelId="{293577CD-744F-C042-BAF6-F7A70E16D45C}" type="presOf" srcId="{FA836AFE-068F-4F0A-ADC7-825E30653B50}" destId="{3B6EE207-A950-40F7-8862-BBFBA7590187}" srcOrd="0" destOrd="0" presId="urn:microsoft.com/office/officeart/2018/2/layout/IconLabelList"/>
    <dgm:cxn modelId="{07A757AF-A9D5-3246-AFDD-BE999ADF13FA}" type="presParOf" srcId="{3F673915-42F8-4C6F-A7C2-F35CACA82587}" destId="{0BC0C2FE-90D4-45B3-913B-0B6DE55931F5}" srcOrd="0" destOrd="0" presId="urn:microsoft.com/office/officeart/2018/2/layout/IconLabelList"/>
    <dgm:cxn modelId="{87A37E72-E880-8348-8442-574DEEFAE0DC}" type="presParOf" srcId="{0BC0C2FE-90D4-45B3-913B-0B6DE55931F5}" destId="{9FC2CD3F-35C5-476E-8E6E-E8FD10357600}" srcOrd="0" destOrd="0" presId="urn:microsoft.com/office/officeart/2018/2/layout/IconLabelList"/>
    <dgm:cxn modelId="{7A8015BB-18A3-6544-883D-0177F8A30F00}" type="presParOf" srcId="{0BC0C2FE-90D4-45B3-913B-0B6DE55931F5}" destId="{2453DD7C-8931-4680-B709-1834E38E80E2}" srcOrd="1" destOrd="0" presId="urn:microsoft.com/office/officeart/2018/2/layout/IconLabelList"/>
    <dgm:cxn modelId="{7CFED937-3C3E-5946-A59C-5A79C90BD288}" type="presParOf" srcId="{0BC0C2FE-90D4-45B3-913B-0B6DE55931F5}" destId="{7A5E8244-0365-4A75-9D55-BE7C1C4ABBFD}" srcOrd="2" destOrd="0" presId="urn:microsoft.com/office/officeart/2018/2/layout/IconLabelList"/>
    <dgm:cxn modelId="{4F8A9F7D-3F7C-3B4A-A76A-E9C86C91850E}" type="presParOf" srcId="{3F673915-42F8-4C6F-A7C2-F35CACA82587}" destId="{C27432A8-0A84-4EEE-867C-BD0CFD0450DB}" srcOrd="1" destOrd="0" presId="urn:microsoft.com/office/officeart/2018/2/layout/IconLabelList"/>
    <dgm:cxn modelId="{C527471E-6FC7-2A42-A018-7A64C484BE98}" type="presParOf" srcId="{3F673915-42F8-4C6F-A7C2-F35CACA82587}" destId="{67831DE2-240B-409E-AB88-CA20A0E7EA7C}" srcOrd="2" destOrd="0" presId="urn:microsoft.com/office/officeart/2018/2/layout/IconLabelList"/>
    <dgm:cxn modelId="{27FC7C15-89C7-4843-B6E8-6A3B977582B5}" type="presParOf" srcId="{67831DE2-240B-409E-AB88-CA20A0E7EA7C}" destId="{B6F30755-FD79-4419-A2BE-D01C794EFEA7}" srcOrd="0" destOrd="0" presId="urn:microsoft.com/office/officeart/2018/2/layout/IconLabelList"/>
    <dgm:cxn modelId="{3D8B014F-F8CF-304B-8891-22338C42E8D8}" type="presParOf" srcId="{67831DE2-240B-409E-AB88-CA20A0E7EA7C}" destId="{C4EA6D57-8F5C-4C27-836D-CBA2938B4B56}" srcOrd="1" destOrd="0" presId="urn:microsoft.com/office/officeart/2018/2/layout/IconLabelList"/>
    <dgm:cxn modelId="{944B6FB9-B049-574A-9877-F5F81DE8009C}" type="presParOf" srcId="{67831DE2-240B-409E-AB88-CA20A0E7EA7C}" destId="{B21178EF-3F10-4C28-9C4F-9597B6E6DFBE}" srcOrd="2" destOrd="0" presId="urn:microsoft.com/office/officeart/2018/2/layout/IconLabelList"/>
    <dgm:cxn modelId="{0CBBA360-A256-834B-ADDB-A1BCF73B6B6C}" type="presParOf" srcId="{3F673915-42F8-4C6F-A7C2-F35CACA82587}" destId="{44D2A746-CDF0-4914-A229-A48CE2363ABB}" srcOrd="3" destOrd="0" presId="urn:microsoft.com/office/officeart/2018/2/layout/IconLabelList"/>
    <dgm:cxn modelId="{CA050DE9-7985-EE4E-84AA-E90C82D092B9}" type="presParOf" srcId="{3F673915-42F8-4C6F-A7C2-F35CACA82587}" destId="{BE62E266-D30F-429D-922E-FC3EBD2EE530}" srcOrd="4" destOrd="0" presId="urn:microsoft.com/office/officeart/2018/2/layout/IconLabelList"/>
    <dgm:cxn modelId="{52C54E1D-E62E-9546-B61F-CDE87A72E577}" type="presParOf" srcId="{BE62E266-D30F-429D-922E-FC3EBD2EE530}" destId="{6FB4CD0E-E36E-4D4C-975F-2FB3DACBA6E4}" srcOrd="0" destOrd="0" presId="urn:microsoft.com/office/officeart/2018/2/layout/IconLabelList"/>
    <dgm:cxn modelId="{E3123301-49CB-6C4F-9AA8-80097799F56D}" type="presParOf" srcId="{BE62E266-D30F-429D-922E-FC3EBD2EE530}" destId="{ACFBE275-789A-4BBE-A8CD-0A253A6CD31F}" srcOrd="1" destOrd="0" presId="urn:microsoft.com/office/officeart/2018/2/layout/IconLabelList"/>
    <dgm:cxn modelId="{E939C3EF-AB7B-1747-88D1-D24A4F63272E}" type="presParOf" srcId="{BE62E266-D30F-429D-922E-FC3EBD2EE530}" destId="{3B6EE207-A950-40F7-8862-BBFBA7590187}"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9745234-3E3B-4854-A246-B0489B5A471E}"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1C44A323-7A3B-4650-97B2-7AE1330854DD}">
      <dgm:prSet/>
      <dgm:spPr/>
      <dgm:t>
        <a:bodyPr/>
        <a:lstStyle/>
        <a:p>
          <a:r>
            <a:rPr lang="en-GB"/>
            <a:t>What is CloudWatch?</a:t>
          </a:r>
          <a:endParaRPr lang="en-US"/>
        </a:p>
      </dgm:t>
    </dgm:pt>
    <dgm:pt modelId="{1A4F89F1-1A11-4993-89D5-B02498718497}" type="parTrans" cxnId="{B778FF0C-E7C7-4B80-815B-D3C252379EA5}">
      <dgm:prSet/>
      <dgm:spPr/>
      <dgm:t>
        <a:bodyPr/>
        <a:lstStyle/>
        <a:p>
          <a:endParaRPr lang="en-US"/>
        </a:p>
      </dgm:t>
    </dgm:pt>
    <dgm:pt modelId="{1F13F642-35EB-4783-A59A-8A0F68400FF8}" type="sibTrans" cxnId="{B778FF0C-E7C7-4B80-815B-D3C252379EA5}">
      <dgm:prSet/>
      <dgm:spPr/>
      <dgm:t>
        <a:bodyPr/>
        <a:lstStyle/>
        <a:p>
          <a:endParaRPr lang="en-US"/>
        </a:p>
      </dgm:t>
    </dgm:pt>
    <dgm:pt modelId="{0E4D0844-0923-45A0-BDEF-F4017D9E82FD}">
      <dgm:prSet/>
      <dgm:spPr/>
      <dgm:t>
        <a:bodyPr/>
        <a:lstStyle/>
        <a:p>
          <a:r>
            <a:rPr lang="en-GB"/>
            <a:t>AWS service to monitor resources and applications</a:t>
          </a:r>
          <a:endParaRPr lang="en-US"/>
        </a:p>
      </dgm:t>
    </dgm:pt>
    <dgm:pt modelId="{ABF0777F-37C8-4DC3-AF9E-D47B993B28BC}" type="parTrans" cxnId="{F42B7C78-2C4C-419D-A71C-F11B848E9AAA}">
      <dgm:prSet/>
      <dgm:spPr/>
      <dgm:t>
        <a:bodyPr/>
        <a:lstStyle/>
        <a:p>
          <a:endParaRPr lang="en-US"/>
        </a:p>
      </dgm:t>
    </dgm:pt>
    <dgm:pt modelId="{2589D644-CE23-4DC5-85BB-1FAB8D0DE447}" type="sibTrans" cxnId="{F42B7C78-2C4C-419D-A71C-F11B848E9AAA}">
      <dgm:prSet/>
      <dgm:spPr/>
      <dgm:t>
        <a:bodyPr/>
        <a:lstStyle/>
        <a:p>
          <a:endParaRPr lang="en-US"/>
        </a:p>
      </dgm:t>
    </dgm:pt>
    <dgm:pt modelId="{E6CE5AD2-B9F0-4DC8-A3E9-08A26310FE3E}">
      <dgm:prSet/>
      <dgm:spPr/>
      <dgm:t>
        <a:bodyPr/>
        <a:lstStyle/>
        <a:p>
          <a:r>
            <a:rPr lang="en-GB"/>
            <a:t>What I did:</a:t>
          </a:r>
          <a:endParaRPr lang="en-US"/>
        </a:p>
      </dgm:t>
    </dgm:pt>
    <dgm:pt modelId="{D478803A-1F66-4B2C-A4C1-2BB9CC9D2819}" type="parTrans" cxnId="{B5F036F2-734A-45F8-916E-DB2EAC839D8A}">
      <dgm:prSet/>
      <dgm:spPr/>
      <dgm:t>
        <a:bodyPr/>
        <a:lstStyle/>
        <a:p>
          <a:endParaRPr lang="en-US"/>
        </a:p>
      </dgm:t>
    </dgm:pt>
    <dgm:pt modelId="{538F597E-530F-47B1-BD5E-8A58CD7B399D}" type="sibTrans" cxnId="{B5F036F2-734A-45F8-916E-DB2EAC839D8A}">
      <dgm:prSet/>
      <dgm:spPr/>
      <dgm:t>
        <a:bodyPr/>
        <a:lstStyle/>
        <a:p>
          <a:endParaRPr lang="en-US"/>
        </a:p>
      </dgm:t>
    </dgm:pt>
    <dgm:pt modelId="{95C9F327-DE74-4ECA-B2FC-1229FB820C54}">
      <dgm:prSet/>
      <dgm:spPr/>
      <dgm:t>
        <a:bodyPr/>
        <a:lstStyle/>
        <a:p>
          <a:r>
            <a:rPr lang="en-GB"/>
            <a:t>Set up a </a:t>
          </a:r>
          <a:r>
            <a:rPr lang="en-GB" b="1"/>
            <a:t>CloudWatch Alarm</a:t>
          </a:r>
          <a:r>
            <a:rPr lang="en-GB"/>
            <a:t> </a:t>
          </a:r>
          <a:endParaRPr lang="en-US"/>
        </a:p>
      </dgm:t>
    </dgm:pt>
    <dgm:pt modelId="{1B87F8EB-32C5-477E-A6EF-34EB4165C537}" type="parTrans" cxnId="{E81838DF-767E-4E1D-A0E6-924AB11D6E4A}">
      <dgm:prSet/>
      <dgm:spPr/>
      <dgm:t>
        <a:bodyPr/>
        <a:lstStyle/>
        <a:p>
          <a:endParaRPr lang="en-US"/>
        </a:p>
      </dgm:t>
    </dgm:pt>
    <dgm:pt modelId="{F849192A-713A-4C9D-9CFF-A8A88F56D6E7}" type="sibTrans" cxnId="{E81838DF-767E-4E1D-A0E6-924AB11D6E4A}">
      <dgm:prSet/>
      <dgm:spPr/>
      <dgm:t>
        <a:bodyPr/>
        <a:lstStyle/>
        <a:p>
          <a:endParaRPr lang="en-US"/>
        </a:p>
      </dgm:t>
    </dgm:pt>
    <dgm:pt modelId="{565B8D1E-BE0D-49E6-8A88-7FBB4EF77C40}">
      <dgm:prSet/>
      <dgm:spPr/>
      <dgm:t>
        <a:bodyPr/>
        <a:lstStyle/>
        <a:p>
          <a:r>
            <a:rPr lang="en-GB"/>
            <a:t>Triggers an alert if more than 5 codebuilds fail within 5 minutes</a:t>
          </a:r>
          <a:endParaRPr lang="en-US"/>
        </a:p>
      </dgm:t>
    </dgm:pt>
    <dgm:pt modelId="{9B2A5688-2E25-473A-903E-B29684554F01}" type="parTrans" cxnId="{E7AD7EE3-CC0C-4E88-85CD-6CB2F3560EAF}">
      <dgm:prSet/>
      <dgm:spPr/>
      <dgm:t>
        <a:bodyPr/>
        <a:lstStyle/>
        <a:p>
          <a:endParaRPr lang="en-US"/>
        </a:p>
      </dgm:t>
    </dgm:pt>
    <dgm:pt modelId="{81408422-7D03-4474-994A-0DE15BD1FDC6}" type="sibTrans" cxnId="{E7AD7EE3-CC0C-4E88-85CD-6CB2F3560EAF}">
      <dgm:prSet/>
      <dgm:spPr/>
      <dgm:t>
        <a:bodyPr/>
        <a:lstStyle/>
        <a:p>
          <a:endParaRPr lang="en-US"/>
        </a:p>
      </dgm:t>
    </dgm:pt>
    <dgm:pt modelId="{2674857D-EA5F-4368-97AF-A69C4C3FCA27}">
      <dgm:prSet/>
      <dgm:spPr/>
      <dgm:t>
        <a:bodyPr/>
        <a:lstStyle/>
        <a:p>
          <a:r>
            <a:rPr lang="en-GB" dirty="0"/>
            <a:t>Benefits:</a:t>
          </a:r>
          <a:endParaRPr lang="en-US" dirty="0"/>
        </a:p>
      </dgm:t>
    </dgm:pt>
    <dgm:pt modelId="{2555814F-DA33-4E12-9D66-94492849BCAA}" type="parTrans" cxnId="{82AB741C-7B85-4BBD-BE15-43779333B8E8}">
      <dgm:prSet/>
      <dgm:spPr/>
      <dgm:t>
        <a:bodyPr/>
        <a:lstStyle/>
        <a:p>
          <a:endParaRPr lang="en-US"/>
        </a:p>
      </dgm:t>
    </dgm:pt>
    <dgm:pt modelId="{EDE749C6-75C8-4DB4-B82A-81E4232489C4}" type="sibTrans" cxnId="{82AB741C-7B85-4BBD-BE15-43779333B8E8}">
      <dgm:prSet/>
      <dgm:spPr/>
      <dgm:t>
        <a:bodyPr/>
        <a:lstStyle/>
        <a:p>
          <a:endParaRPr lang="en-US"/>
        </a:p>
      </dgm:t>
    </dgm:pt>
    <dgm:pt modelId="{43FC03A8-7075-437A-BBC7-120B9666B1E0}">
      <dgm:prSet/>
      <dgm:spPr/>
      <dgm:t>
        <a:bodyPr/>
        <a:lstStyle/>
        <a:p>
          <a:r>
            <a:rPr lang="en-GB"/>
            <a:t>Proactive monitoring</a:t>
          </a:r>
          <a:endParaRPr lang="en-US"/>
        </a:p>
      </dgm:t>
    </dgm:pt>
    <dgm:pt modelId="{FA94AE7D-162B-44B1-ADF2-5946352F244D}" type="parTrans" cxnId="{B839BCEB-3D5C-4C70-9B94-ABE95E43C3C7}">
      <dgm:prSet/>
      <dgm:spPr/>
      <dgm:t>
        <a:bodyPr/>
        <a:lstStyle/>
        <a:p>
          <a:endParaRPr lang="en-US"/>
        </a:p>
      </dgm:t>
    </dgm:pt>
    <dgm:pt modelId="{6F0F55C6-3B13-4662-8E12-9B44B8F2D95E}" type="sibTrans" cxnId="{B839BCEB-3D5C-4C70-9B94-ABE95E43C3C7}">
      <dgm:prSet/>
      <dgm:spPr/>
      <dgm:t>
        <a:bodyPr/>
        <a:lstStyle/>
        <a:p>
          <a:endParaRPr lang="en-US"/>
        </a:p>
      </dgm:t>
    </dgm:pt>
    <dgm:pt modelId="{BDECC8F6-AB61-464D-A502-66DEDDC5A593}">
      <dgm:prSet/>
      <dgm:spPr/>
      <dgm:t>
        <a:bodyPr/>
        <a:lstStyle/>
        <a:p>
          <a:r>
            <a:rPr lang="en-GB"/>
            <a:t>Cost control</a:t>
          </a:r>
          <a:endParaRPr lang="en-US"/>
        </a:p>
      </dgm:t>
    </dgm:pt>
    <dgm:pt modelId="{108B740E-D5E3-49F8-91F6-83934E9CC121}" type="parTrans" cxnId="{E50DB4CC-ECCF-4E59-AADA-AAABF121B3B7}">
      <dgm:prSet/>
      <dgm:spPr/>
      <dgm:t>
        <a:bodyPr/>
        <a:lstStyle/>
        <a:p>
          <a:endParaRPr lang="en-US"/>
        </a:p>
      </dgm:t>
    </dgm:pt>
    <dgm:pt modelId="{428FEE9D-A043-43D3-911E-7EE9FA7C0870}" type="sibTrans" cxnId="{E50DB4CC-ECCF-4E59-AADA-AAABF121B3B7}">
      <dgm:prSet/>
      <dgm:spPr/>
      <dgm:t>
        <a:bodyPr/>
        <a:lstStyle/>
        <a:p>
          <a:endParaRPr lang="en-US"/>
        </a:p>
      </dgm:t>
    </dgm:pt>
    <dgm:pt modelId="{6E1978EA-09D4-47C6-B73E-94ADFDE5103E}">
      <dgm:prSet/>
      <dgm:spPr/>
      <dgm:t>
        <a:bodyPr/>
        <a:lstStyle/>
        <a:p>
          <a:r>
            <a:rPr lang="en-GB"/>
            <a:t>Uptime reliability</a:t>
          </a:r>
          <a:endParaRPr lang="en-US"/>
        </a:p>
      </dgm:t>
    </dgm:pt>
    <dgm:pt modelId="{F2CCF21F-C1BA-48FC-A594-C4770F9E9E49}" type="parTrans" cxnId="{9742472B-23F1-4C61-AEE9-732D92C031EB}">
      <dgm:prSet/>
      <dgm:spPr/>
      <dgm:t>
        <a:bodyPr/>
        <a:lstStyle/>
        <a:p>
          <a:endParaRPr lang="en-US"/>
        </a:p>
      </dgm:t>
    </dgm:pt>
    <dgm:pt modelId="{3AE8BCC7-31DF-49FA-8D62-8D43713F2F91}" type="sibTrans" cxnId="{9742472B-23F1-4C61-AEE9-732D92C031EB}">
      <dgm:prSet/>
      <dgm:spPr/>
      <dgm:t>
        <a:bodyPr/>
        <a:lstStyle/>
        <a:p>
          <a:endParaRPr lang="en-US"/>
        </a:p>
      </dgm:t>
    </dgm:pt>
    <dgm:pt modelId="{B7742EF8-F818-CD40-A595-D17DEC60E587}" type="pres">
      <dgm:prSet presAssocID="{59745234-3E3B-4854-A246-B0489B5A471E}" presName="linear" presStyleCnt="0">
        <dgm:presLayoutVars>
          <dgm:animLvl val="lvl"/>
          <dgm:resizeHandles val="exact"/>
        </dgm:presLayoutVars>
      </dgm:prSet>
      <dgm:spPr/>
    </dgm:pt>
    <dgm:pt modelId="{309CE92A-F812-4447-9DB7-B0B5CFD04102}" type="pres">
      <dgm:prSet presAssocID="{1C44A323-7A3B-4650-97B2-7AE1330854DD}" presName="parentText" presStyleLbl="node1" presStyleIdx="0" presStyleCnt="3">
        <dgm:presLayoutVars>
          <dgm:chMax val="0"/>
          <dgm:bulletEnabled val="1"/>
        </dgm:presLayoutVars>
      </dgm:prSet>
      <dgm:spPr/>
    </dgm:pt>
    <dgm:pt modelId="{B58C9142-A887-5F41-9767-BB3E3FEBF07A}" type="pres">
      <dgm:prSet presAssocID="{1C44A323-7A3B-4650-97B2-7AE1330854DD}" presName="childText" presStyleLbl="revTx" presStyleIdx="0" presStyleCnt="3">
        <dgm:presLayoutVars>
          <dgm:bulletEnabled val="1"/>
        </dgm:presLayoutVars>
      </dgm:prSet>
      <dgm:spPr/>
    </dgm:pt>
    <dgm:pt modelId="{0AFFBF67-CFB9-A045-8D5A-5BF164EFE5E0}" type="pres">
      <dgm:prSet presAssocID="{E6CE5AD2-B9F0-4DC8-A3E9-08A26310FE3E}" presName="parentText" presStyleLbl="node1" presStyleIdx="1" presStyleCnt="3">
        <dgm:presLayoutVars>
          <dgm:chMax val="0"/>
          <dgm:bulletEnabled val="1"/>
        </dgm:presLayoutVars>
      </dgm:prSet>
      <dgm:spPr/>
    </dgm:pt>
    <dgm:pt modelId="{3357A86D-7F36-514A-B997-F9D2740764A4}" type="pres">
      <dgm:prSet presAssocID="{E6CE5AD2-B9F0-4DC8-A3E9-08A26310FE3E}" presName="childText" presStyleLbl="revTx" presStyleIdx="1" presStyleCnt="3">
        <dgm:presLayoutVars>
          <dgm:bulletEnabled val="1"/>
        </dgm:presLayoutVars>
      </dgm:prSet>
      <dgm:spPr/>
    </dgm:pt>
    <dgm:pt modelId="{E7F65BBE-E0D4-7B48-A9CB-C4E1159D4835}" type="pres">
      <dgm:prSet presAssocID="{2674857D-EA5F-4368-97AF-A69C4C3FCA27}" presName="parentText" presStyleLbl="node1" presStyleIdx="2" presStyleCnt="3">
        <dgm:presLayoutVars>
          <dgm:chMax val="0"/>
          <dgm:bulletEnabled val="1"/>
        </dgm:presLayoutVars>
      </dgm:prSet>
      <dgm:spPr/>
    </dgm:pt>
    <dgm:pt modelId="{11166055-B0F4-A34A-8A5E-CBDB969C589C}" type="pres">
      <dgm:prSet presAssocID="{2674857D-EA5F-4368-97AF-A69C4C3FCA27}" presName="childText" presStyleLbl="revTx" presStyleIdx="2" presStyleCnt="3">
        <dgm:presLayoutVars>
          <dgm:bulletEnabled val="1"/>
        </dgm:presLayoutVars>
      </dgm:prSet>
      <dgm:spPr/>
    </dgm:pt>
  </dgm:ptLst>
  <dgm:cxnLst>
    <dgm:cxn modelId="{4C02F007-AF4E-2E49-8E54-E013C3458F37}" type="presOf" srcId="{2674857D-EA5F-4368-97AF-A69C4C3FCA27}" destId="{E7F65BBE-E0D4-7B48-A9CB-C4E1159D4835}" srcOrd="0" destOrd="0" presId="urn:microsoft.com/office/officeart/2005/8/layout/vList2"/>
    <dgm:cxn modelId="{B778FF0C-E7C7-4B80-815B-D3C252379EA5}" srcId="{59745234-3E3B-4854-A246-B0489B5A471E}" destId="{1C44A323-7A3B-4650-97B2-7AE1330854DD}" srcOrd="0" destOrd="0" parTransId="{1A4F89F1-1A11-4993-89D5-B02498718497}" sibTransId="{1F13F642-35EB-4783-A59A-8A0F68400FF8}"/>
    <dgm:cxn modelId="{B1E05E11-27DE-534E-AAF8-FDEC549A0C1E}" type="presOf" srcId="{59745234-3E3B-4854-A246-B0489B5A471E}" destId="{B7742EF8-F818-CD40-A595-D17DEC60E587}" srcOrd="0" destOrd="0" presId="urn:microsoft.com/office/officeart/2005/8/layout/vList2"/>
    <dgm:cxn modelId="{82AB741C-7B85-4BBD-BE15-43779333B8E8}" srcId="{59745234-3E3B-4854-A246-B0489B5A471E}" destId="{2674857D-EA5F-4368-97AF-A69C4C3FCA27}" srcOrd="2" destOrd="0" parTransId="{2555814F-DA33-4E12-9D66-94492849BCAA}" sibTransId="{EDE749C6-75C8-4DB4-B82A-81E4232489C4}"/>
    <dgm:cxn modelId="{DFE5521F-9D27-EC41-8C01-B64DEC34CFDF}" type="presOf" srcId="{43FC03A8-7075-437A-BBC7-120B9666B1E0}" destId="{11166055-B0F4-A34A-8A5E-CBDB969C589C}" srcOrd="0" destOrd="0" presId="urn:microsoft.com/office/officeart/2005/8/layout/vList2"/>
    <dgm:cxn modelId="{9742472B-23F1-4C61-AEE9-732D92C031EB}" srcId="{2674857D-EA5F-4368-97AF-A69C4C3FCA27}" destId="{6E1978EA-09D4-47C6-B73E-94ADFDE5103E}" srcOrd="2" destOrd="0" parTransId="{F2CCF21F-C1BA-48FC-A594-C4770F9E9E49}" sibTransId="{3AE8BCC7-31DF-49FA-8D62-8D43713F2F91}"/>
    <dgm:cxn modelId="{7FA9693B-69ED-5A47-A275-1D402181AC8F}" type="presOf" srcId="{E6CE5AD2-B9F0-4DC8-A3E9-08A26310FE3E}" destId="{0AFFBF67-CFB9-A045-8D5A-5BF164EFE5E0}" srcOrd="0" destOrd="0" presId="urn:microsoft.com/office/officeart/2005/8/layout/vList2"/>
    <dgm:cxn modelId="{A9DAC351-F1FA-6742-BC70-8253D4C5B14C}" type="presOf" srcId="{565B8D1E-BE0D-49E6-8A88-7FBB4EF77C40}" destId="{3357A86D-7F36-514A-B997-F9D2740764A4}" srcOrd="0" destOrd="1" presId="urn:microsoft.com/office/officeart/2005/8/layout/vList2"/>
    <dgm:cxn modelId="{7F6BFC71-FE0A-6546-A337-4A6B7ADCFAA4}" type="presOf" srcId="{BDECC8F6-AB61-464D-A502-66DEDDC5A593}" destId="{11166055-B0F4-A34A-8A5E-CBDB969C589C}" srcOrd="0" destOrd="1" presId="urn:microsoft.com/office/officeart/2005/8/layout/vList2"/>
    <dgm:cxn modelId="{F42B7C78-2C4C-419D-A71C-F11B848E9AAA}" srcId="{1C44A323-7A3B-4650-97B2-7AE1330854DD}" destId="{0E4D0844-0923-45A0-BDEF-F4017D9E82FD}" srcOrd="0" destOrd="0" parTransId="{ABF0777F-37C8-4DC3-AF9E-D47B993B28BC}" sibTransId="{2589D644-CE23-4DC5-85BB-1FAB8D0DE447}"/>
    <dgm:cxn modelId="{10F98483-B38D-0647-BC9F-36B74E5BD1AC}" type="presOf" srcId="{0E4D0844-0923-45A0-BDEF-F4017D9E82FD}" destId="{B58C9142-A887-5F41-9767-BB3E3FEBF07A}" srcOrd="0" destOrd="0" presId="urn:microsoft.com/office/officeart/2005/8/layout/vList2"/>
    <dgm:cxn modelId="{769FC8AE-F3E4-1C47-A8E8-96D8393D6F80}" type="presOf" srcId="{6E1978EA-09D4-47C6-B73E-94ADFDE5103E}" destId="{11166055-B0F4-A34A-8A5E-CBDB969C589C}" srcOrd="0" destOrd="2" presId="urn:microsoft.com/office/officeart/2005/8/layout/vList2"/>
    <dgm:cxn modelId="{E50DB4CC-ECCF-4E59-AADA-AAABF121B3B7}" srcId="{2674857D-EA5F-4368-97AF-A69C4C3FCA27}" destId="{BDECC8F6-AB61-464D-A502-66DEDDC5A593}" srcOrd="1" destOrd="0" parTransId="{108B740E-D5E3-49F8-91F6-83934E9CC121}" sibTransId="{428FEE9D-A043-43D3-911E-7EE9FA7C0870}"/>
    <dgm:cxn modelId="{711E33DC-859D-664D-B303-893A347EB208}" type="presOf" srcId="{1C44A323-7A3B-4650-97B2-7AE1330854DD}" destId="{309CE92A-F812-4447-9DB7-B0B5CFD04102}" srcOrd="0" destOrd="0" presId="urn:microsoft.com/office/officeart/2005/8/layout/vList2"/>
    <dgm:cxn modelId="{E81838DF-767E-4E1D-A0E6-924AB11D6E4A}" srcId="{E6CE5AD2-B9F0-4DC8-A3E9-08A26310FE3E}" destId="{95C9F327-DE74-4ECA-B2FC-1229FB820C54}" srcOrd="0" destOrd="0" parTransId="{1B87F8EB-32C5-477E-A6EF-34EB4165C537}" sibTransId="{F849192A-713A-4C9D-9CFF-A8A88F56D6E7}"/>
    <dgm:cxn modelId="{E7AD7EE3-CC0C-4E88-85CD-6CB2F3560EAF}" srcId="{E6CE5AD2-B9F0-4DC8-A3E9-08A26310FE3E}" destId="{565B8D1E-BE0D-49E6-8A88-7FBB4EF77C40}" srcOrd="1" destOrd="0" parTransId="{9B2A5688-2E25-473A-903E-B29684554F01}" sibTransId="{81408422-7D03-4474-994A-0DE15BD1FDC6}"/>
    <dgm:cxn modelId="{EFA79DEA-1118-4045-9907-7D7F39A71711}" type="presOf" srcId="{95C9F327-DE74-4ECA-B2FC-1229FB820C54}" destId="{3357A86D-7F36-514A-B997-F9D2740764A4}" srcOrd="0" destOrd="0" presId="urn:microsoft.com/office/officeart/2005/8/layout/vList2"/>
    <dgm:cxn modelId="{B839BCEB-3D5C-4C70-9B94-ABE95E43C3C7}" srcId="{2674857D-EA5F-4368-97AF-A69C4C3FCA27}" destId="{43FC03A8-7075-437A-BBC7-120B9666B1E0}" srcOrd="0" destOrd="0" parTransId="{FA94AE7D-162B-44B1-ADF2-5946352F244D}" sibTransId="{6F0F55C6-3B13-4662-8E12-9B44B8F2D95E}"/>
    <dgm:cxn modelId="{B5F036F2-734A-45F8-916E-DB2EAC839D8A}" srcId="{59745234-3E3B-4854-A246-B0489B5A471E}" destId="{E6CE5AD2-B9F0-4DC8-A3E9-08A26310FE3E}" srcOrd="1" destOrd="0" parTransId="{D478803A-1F66-4B2C-A4C1-2BB9CC9D2819}" sibTransId="{538F597E-530F-47B1-BD5E-8A58CD7B399D}"/>
    <dgm:cxn modelId="{089BEB29-27E8-FE49-BAE8-FF499BEB2C8E}" type="presParOf" srcId="{B7742EF8-F818-CD40-A595-D17DEC60E587}" destId="{309CE92A-F812-4447-9DB7-B0B5CFD04102}" srcOrd="0" destOrd="0" presId="urn:microsoft.com/office/officeart/2005/8/layout/vList2"/>
    <dgm:cxn modelId="{41603086-298B-5945-A876-7C05DCCDEAD5}" type="presParOf" srcId="{B7742EF8-F818-CD40-A595-D17DEC60E587}" destId="{B58C9142-A887-5F41-9767-BB3E3FEBF07A}" srcOrd="1" destOrd="0" presId="urn:microsoft.com/office/officeart/2005/8/layout/vList2"/>
    <dgm:cxn modelId="{4030F226-8B87-CD4D-A478-93CDAE8C86F9}" type="presParOf" srcId="{B7742EF8-F818-CD40-A595-D17DEC60E587}" destId="{0AFFBF67-CFB9-A045-8D5A-5BF164EFE5E0}" srcOrd="2" destOrd="0" presId="urn:microsoft.com/office/officeart/2005/8/layout/vList2"/>
    <dgm:cxn modelId="{72FB460B-D66D-A544-83A9-92CBB125A8BC}" type="presParOf" srcId="{B7742EF8-F818-CD40-A595-D17DEC60E587}" destId="{3357A86D-7F36-514A-B997-F9D2740764A4}" srcOrd="3" destOrd="0" presId="urn:microsoft.com/office/officeart/2005/8/layout/vList2"/>
    <dgm:cxn modelId="{32E7EE0F-8EFE-D44F-85C3-ED5225AFF425}" type="presParOf" srcId="{B7742EF8-F818-CD40-A595-D17DEC60E587}" destId="{E7F65BBE-E0D4-7B48-A9CB-C4E1159D4835}" srcOrd="4" destOrd="0" presId="urn:microsoft.com/office/officeart/2005/8/layout/vList2"/>
    <dgm:cxn modelId="{CA4290EF-28DB-DB4F-963B-33A9985F71E4}" type="presParOf" srcId="{B7742EF8-F818-CD40-A595-D17DEC60E587}" destId="{11166055-B0F4-A34A-8A5E-CBDB969C589C}"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41C8194-ABBC-4610-942A-4C4C2178FD2F}"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BA4CD984-AABF-43A7-AAA9-04C3E2345865}">
      <dgm:prSet custT="1"/>
      <dgm:spPr/>
      <dgm:t>
        <a:bodyPr/>
        <a:lstStyle/>
        <a:p>
          <a:pPr marL="0" lvl="0" indent="0" algn="ctr" defTabSz="800100">
            <a:lnSpc>
              <a:spcPct val="90000"/>
            </a:lnSpc>
            <a:spcBef>
              <a:spcPct val="0"/>
            </a:spcBef>
            <a:spcAft>
              <a:spcPct val="35000"/>
            </a:spcAft>
            <a:buNone/>
            <a:defRPr cap="all"/>
          </a:pPr>
          <a:r>
            <a:rPr lang="en-GB" sz="1800" kern="1200" dirty="0">
              <a:solidFill>
                <a:prstClr val="black">
                  <a:hueOff val="0"/>
                  <a:satOff val="0"/>
                  <a:lumOff val="0"/>
                  <a:alphaOff val="0"/>
                </a:prstClr>
              </a:solidFill>
              <a:latin typeface="Gill Sans MT" panose="020B0502020104020203"/>
              <a:ea typeface="+mn-ea"/>
              <a:cs typeface="+mn-cs"/>
            </a:rPr>
            <a:t>Hands-on with Infrastructure as Code (Terraform)</a:t>
          </a:r>
          <a:endParaRPr lang="en-US" sz="1800" kern="1200" dirty="0">
            <a:solidFill>
              <a:prstClr val="black">
                <a:hueOff val="0"/>
                <a:satOff val="0"/>
                <a:lumOff val="0"/>
                <a:alphaOff val="0"/>
              </a:prstClr>
            </a:solidFill>
            <a:latin typeface="Gill Sans MT" panose="020B0502020104020203"/>
            <a:ea typeface="+mn-ea"/>
            <a:cs typeface="+mn-cs"/>
          </a:endParaRPr>
        </a:p>
      </dgm:t>
    </dgm:pt>
    <dgm:pt modelId="{FD01A64A-965C-47F4-BF67-A057E0083843}" type="parTrans" cxnId="{2151B9A5-1BC1-43D9-95CD-D71D3FC0049A}">
      <dgm:prSet/>
      <dgm:spPr/>
      <dgm:t>
        <a:bodyPr/>
        <a:lstStyle/>
        <a:p>
          <a:endParaRPr lang="en-US"/>
        </a:p>
      </dgm:t>
    </dgm:pt>
    <dgm:pt modelId="{82C23745-58CD-414D-83CA-253C649ECB6C}" type="sibTrans" cxnId="{2151B9A5-1BC1-43D9-95CD-D71D3FC0049A}">
      <dgm:prSet/>
      <dgm:spPr/>
      <dgm:t>
        <a:bodyPr/>
        <a:lstStyle/>
        <a:p>
          <a:endParaRPr lang="en-US"/>
        </a:p>
      </dgm:t>
    </dgm:pt>
    <dgm:pt modelId="{45952D63-C4DD-498A-A693-2473A20E9344}">
      <dgm:prSet/>
      <dgm:spPr/>
      <dgm:t>
        <a:bodyPr/>
        <a:lstStyle/>
        <a:p>
          <a:pPr>
            <a:defRPr cap="all"/>
          </a:pPr>
          <a:r>
            <a:rPr lang="en-GB" dirty="0"/>
            <a:t>Improved data SCIENCE &amp; ML </a:t>
          </a:r>
        </a:p>
        <a:p>
          <a:pPr>
            <a:defRPr cap="all"/>
          </a:pPr>
          <a:r>
            <a:rPr lang="en-GB" dirty="0"/>
            <a:t>skills</a:t>
          </a:r>
          <a:endParaRPr lang="en-US" dirty="0"/>
        </a:p>
      </dgm:t>
    </dgm:pt>
    <dgm:pt modelId="{E218F616-A968-48D6-906A-C85AD4A269E1}" type="parTrans" cxnId="{5C633E41-FCB0-4D70-9F64-4DC0D2625FD5}">
      <dgm:prSet/>
      <dgm:spPr/>
      <dgm:t>
        <a:bodyPr/>
        <a:lstStyle/>
        <a:p>
          <a:endParaRPr lang="en-US"/>
        </a:p>
      </dgm:t>
    </dgm:pt>
    <dgm:pt modelId="{C61997CF-4E42-4403-8264-1F8CFB2AE03C}" type="sibTrans" cxnId="{5C633E41-FCB0-4D70-9F64-4DC0D2625FD5}">
      <dgm:prSet/>
      <dgm:spPr/>
      <dgm:t>
        <a:bodyPr/>
        <a:lstStyle/>
        <a:p>
          <a:endParaRPr lang="en-US"/>
        </a:p>
      </dgm:t>
    </dgm:pt>
    <dgm:pt modelId="{14071DF5-2293-4272-8C7D-32B27B954313}">
      <dgm:prSet/>
      <dgm:spPr/>
      <dgm:t>
        <a:bodyPr/>
        <a:lstStyle/>
        <a:p>
          <a:pPr>
            <a:defRPr cap="all"/>
          </a:pPr>
          <a:r>
            <a:rPr lang="en-GB" dirty="0"/>
            <a:t>Working in a professional team environment at Centrica</a:t>
          </a:r>
          <a:endParaRPr lang="en-US" dirty="0"/>
        </a:p>
      </dgm:t>
    </dgm:pt>
    <dgm:pt modelId="{03F6651C-E0F3-4F9E-945C-0E26CFF7AAE9}" type="parTrans" cxnId="{40E85A29-F0C6-4A57-BF2B-30F1D6E15B3B}">
      <dgm:prSet/>
      <dgm:spPr/>
      <dgm:t>
        <a:bodyPr/>
        <a:lstStyle/>
        <a:p>
          <a:endParaRPr lang="en-US"/>
        </a:p>
      </dgm:t>
    </dgm:pt>
    <dgm:pt modelId="{D6B93E23-DD48-44DB-9D26-5618440EC000}" type="sibTrans" cxnId="{40E85A29-F0C6-4A57-BF2B-30F1D6E15B3B}">
      <dgm:prSet/>
      <dgm:spPr/>
      <dgm:t>
        <a:bodyPr/>
        <a:lstStyle/>
        <a:p>
          <a:endParaRPr lang="en-US"/>
        </a:p>
      </dgm:t>
    </dgm:pt>
    <dgm:pt modelId="{3066E519-6047-4F7D-887E-15EB2A245133}" type="pres">
      <dgm:prSet presAssocID="{B41C8194-ABBC-4610-942A-4C4C2178FD2F}" presName="root" presStyleCnt="0">
        <dgm:presLayoutVars>
          <dgm:dir/>
          <dgm:resizeHandles val="exact"/>
        </dgm:presLayoutVars>
      </dgm:prSet>
      <dgm:spPr/>
    </dgm:pt>
    <dgm:pt modelId="{A070AA37-FEC4-4889-A5DA-6C7CD9A593DA}" type="pres">
      <dgm:prSet presAssocID="{BA4CD984-AABF-43A7-AAA9-04C3E2345865}" presName="compNode" presStyleCnt="0"/>
      <dgm:spPr/>
    </dgm:pt>
    <dgm:pt modelId="{57CC609B-941F-4D94-9495-6F18EFF8F7CE}" type="pres">
      <dgm:prSet presAssocID="{BA4CD984-AABF-43A7-AAA9-04C3E2345865}" presName="iconBgRect" presStyleLbl="bgShp" presStyleIdx="0" presStyleCnt="3"/>
      <dgm:spPr/>
    </dgm:pt>
    <dgm:pt modelId="{7D425AC9-72A3-47ED-A012-F67151DE5732}" type="pres">
      <dgm:prSet presAssocID="{BA4CD984-AABF-43A7-AAA9-04C3E2345865}"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grammer"/>
        </a:ext>
      </dgm:extLst>
    </dgm:pt>
    <dgm:pt modelId="{91CCD4F6-8ABB-43B6-A22A-C35C34E06FEF}" type="pres">
      <dgm:prSet presAssocID="{BA4CD984-AABF-43A7-AAA9-04C3E2345865}" presName="spaceRect" presStyleCnt="0"/>
      <dgm:spPr/>
    </dgm:pt>
    <dgm:pt modelId="{0803AAD2-B43A-4F41-BB2D-C6F864125102}" type="pres">
      <dgm:prSet presAssocID="{BA4CD984-AABF-43A7-AAA9-04C3E2345865}" presName="textRect" presStyleLbl="revTx" presStyleIdx="0" presStyleCnt="3">
        <dgm:presLayoutVars>
          <dgm:chMax val="1"/>
          <dgm:chPref val="1"/>
        </dgm:presLayoutVars>
      </dgm:prSet>
      <dgm:spPr/>
    </dgm:pt>
    <dgm:pt modelId="{B6F30F72-6049-4AA6-8BE5-B3BF96691559}" type="pres">
      <dgm:prSet presAssocID="{82C23745-58CD-414D-83CA-253C649ECB6C}" presName="sibTrans" presStyleCnt="0"/>
      <dgm:spPr/>
    </dgm:pt>
    <dgm:pt modelId="{2EBE67A5-D3B9-4E62-BDA6-8313D49B1F14}" type="pres">
      <dgm:prSet presAssocID="{45952D63-C4DD-498A-A693-2473A20E9344}" presName="compNode" presStyleCnt="0"/>
      <dgm:spPr/>
    </dgm:pt>
    <dgm:pt modelId="{E0EAF546-CB3A-462F-A18C-EA2E90525B2A}" type="pres">
      <dgm:prSet presAssocID="{45952D63-C4DD-498A-A693-2473A20E9344}" presName="iconBgRect" presStyleLbl="bgShp" presStyleIdx="1" presStyleCnt="3"/>
      <dgm:spPr/>
    </dgm:pt>
    <dgm:pt modelId="{9EA146E1-6E38-4619-A787-6F5D1FD49183}" type="pres">
      <dgm:prSet presAssocID="{45952D63-C4DD-498A-A693-2473A20E9344}"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r chart"/>
        </a:ext>
      </dgm:extLst>
    </dgm:pt>
    <dgm:pt modelId="{41DC80CD-7613-4E76-AE96-201B57B255D6}" type="pres">
      <dgm:prSet presAssocID="{45952D63-C4DD-498A-A693-2473A20E9344}" presName="spaceRect" presStyleCnt="0"/>
      <dgm:spPr/>
    </dgm:pt>
    <dgm:pt modelId="{3A242F03-B5D5-462A-AB40-3A6673AA8F1C}" type="pres">
      <dgm:prSet presAssocID="{45952D63-C4DD-498A-A693-2473A20E9344}" presName="textRect" presStyleLbl="revTx" presStyleIdx="1" presStyleCnt="3">
        <dgm:presLayoutVars>
          <dgm:chMax val="1"/>
          <dgm:chPref val="1"/>
        </dgm:presLayoutVars>
      </dgm:prSet>
      <dgm:spPr/>
    </dgm:pt>
    <dgm:pt modelId="{33B3C8C8-1741-40A6-9818-E81E30C65D7C}" type="pres">
      <dgm:prSet presAssocID="{C61997CF-4E42-4403-8264-1F8CFB2AE03C}" presName="sibTrans" presStyleCnt="0"/>
      <dgm:spPr/>
    </dgm:pt>
    <dgm:pt modelId="{F1F54AFF-7269-4A53-A86B-58137BBBEE08}" type="pres">
      <dgm:prSet presAssocID="{14071DF5-2293-4272-8C7D-32B27B954313}" presName="compNode" presStyleCnt="0"/>
      <dgm:spPr/>
    </dgm:pt>
    <dgm:pt modelId="{612EEA7B-C0FE-4FE5-9892-60EAD8679411}" type="pres">
      <dgm:prSet presAssocID="{14071DF5-2293-4272-8C7D-32B27B954313}" presName="iconBgRect" presStyleLbl="bgShp" presStyleIdx="2" presStyleCnt="3"/>
      <dgm:spPr/>
    </dgm:pt>
    <dgm:pt modelId="{976DB63D-DFB4-45ED-AE03-77D6215E2650}" type="pres">
      <dgm:prSet presAssocID="{14071DF5-2293-4272-8C7D-32B27B954313}"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sers"/>
        </a:ext>
      </dgm:extLst>
    </dgm:pt>
    <dgm:pt modelId="{6D08C714-035A-4A06-BA27-ED0D1CAF32DC}" type="pres">
      <dgm:prSet presAssocID="{14071DF5-2293-4272-8C7D-32B27B954313}" presName="spaceRect" presStyleCnt="0"/>
      <dgm:spPr/>
    </dgm:pt>
    <dgm:pt modelId="{9694E5B7-DA4F-4EF1-AABD-5E11326C6AAD}" type="pres">
      <dgm:prSet presAssocID="{14071DF5-2293-4272-8C7D-32B27B954313}" presName="textRect" presStyleLbl="revTx" presStyleIdx="2" presStyleCnt="3">
        <dgm:presLayoutVars>
          <dgm:chMax val="1"/>
          <dgm:chPref val="1"/>
        </dgm:presLayoutVars>
      </dgm:prSet>
      <dgm:spPr/>
    </dgm:pt>
  </dgm:ptLst>
  <dgm:cxnLst>
    <dgm:cxn modelId="{40E85A29-F0C6-4A57-BF2B-30F1D6E15B3B}" srcId="{B41C8194-ABBC-4610-942A-4C4C2178FD2F}" destId="{14071DF5-2293-4272-8C7D-32B27B954313}" srcOrd="2" destOrd="0" parTransId="{03F6651C-E0F3-4F9E-945C-0E26CFF7AAE9}" sibTransId="{D6B93E23-DD48-44DB-9D26-5618440EC000}"/>
    <dgm:cxn modelId="{5C633E41-FCB0-4D70-9F64-4DC0D2625FD5}" srcId="{B41C8194-ABBC-4610-942A-4C4C2178FD2F}" destId="{45952D63-C4DD-498A-A693-2473A20E9344}" srcOrd="1" destOrd="0" parTransId="{E218F616-A968-48D6-906A-C85AD4A269E1}" sibTransId="{C61997CF-4E42-4403-8264-1F8CFB2AE03C}"/>
    <dgm:cxn modelId="{14FAE0A1-7D71-4200-8F36-CEAFDFB23D02}" type="presOf" srcId="{14071DF5-2293-4272-8C7D-32B27B954313}" destId="{9694E5B7-DA4F-4EF1-AABD-5E11326C6AAD}" srcOrd="0" destOrd="0" presId="urn:microsoft.com/office/officeart/2018/5/layout/IconCircleLabelList"/>
    <dgm:cxn modelId="{2151B9A5-1BC1-43D9-95CD-D71D3FC0049A}" srcId="{B41C8194-ABBC-4610-942A-4C4C2178FD2F}" destId="{BA4CD984-AABF-43A7-AAA9-04C3E2345865}" srcOrd="0" destOrd="0" parTransId="{FD01A64A-965C-47F4-BF67-A057E0083843}" sibTransId="{82C23745-58CD-414D-83CA-253C649ECB6C}"/>
    <dgm:cxn modelId="{52044FB7-717E-4AE4-9A03-BE577396778C}" type="presOf" srcId="{B41C8194-ABBC-4610-942A-4C4C2178FD2F}" destId="{3066E519-6047-4F7D-887E-15EB2A245133}" srcOrd="0" destOrd="0" presId="urn:microsoft.com/office/officeart/2018/5/layout/IconCircleLabelList"/>
    <dgm:cxn modelId="{6237B7C5-6F61-41AE-8878-80C2C30A6A5A}" type="presOf" srcId="{BA4CD984-AABF-43A7-AAA9-04C3E2345865}" destId="{0803AAD2-B43A-4F41-BB2D-C6F864125102}" srcOrd="0" destOrd="0" presId="urn:microsoft.com/office/officeart/2018/5/layout/IconCircleLabelList"/>
    <dgm:cxn modelId="{9523CBEC-5DB1-4DD6-9816-60E4F4D553A4}" type="presOf" srcId="{45952D63-C4DD-498A-A693-2473A20E9344}" destId="{3A242F03-B5D5-462A-AB40-3A6673AA8F1C}" srcOrd="0" destOrd="0" presId="urn:microsoft.com/office/officeart/2018/5/layout/IconCircleLabelList"/>
    <dgm:cxn modelId="{5FB9FF3B-D8CD-4711-8D0B-4632F4272AB8}" type="presParOf" srcId="{3066E519-6047-4F7D-887E-15EB2A245133}" destId="{A070AA37-FEC4-4889-A5DA-6C7CD9A593DA}" srcOrd="0" destOrd="0" presId="urn:microsoft.com/office/officeart/2018/5/layout/IconCircleLabelList"/>
    <dgm:cxn modelId="{70057317-208C-496D-B2FF-FB9F8B8BD3A2}" type="presParOf" srcId="{A070AA37-FEC4-4889-A5DA-6C7CD9A593DA}" destId="{57CC609B-941F-4D94-9495-6F18EFF8F7CE}" srcOrd="0" destOrd="0" presId="urn:microsoft.com/office/officeart/2018/5/layout/IconCircleLabelList"/>
    <dgm:cxn modelId="{D21C454C-E10E-4E5F-8279-8E8188BFC9BB}" type="presParOf" srcId="{A070AA37-FEC4-4889-A5DA-6C7CD9A593DA}" destId="{7D425AC9-72A3-47ED-A012-F67151DE5732}" srcOrd="1" destOrd="0" presId="urn:microsoft.com/office/officeart/2018/5/layout/IconCircleLabelList"/>
    <dgm:cxn modelId="{DA02931B-E577-418B-8F02-7E65077DD872}" type="presParOf" srcId="{A070AA37-FEC4-4889-A5DA-6C7CD9A593DA}" destId="{91CCD4F6-8ABB-43B6-A22A-C35C34E06FEF}" srcOrd="2" destOrd="0" presId="urn:microsoft.com/office/officeart/2018/5/layout/IconCircleLabelList"/>
    <dgm:cxn modelId="{3B393538-46D4-47A4-9D8C-149686CF43CF}" type="presParOf" srcId="{A070AA37-FEC4-4889-A5DA-6C7CD9A593DA}" destId="{0803AAD2-B43A-4F41-BB2D-C6F864125102}" srcOrd="3" destOrd="0" presId="urn:microsoft.com/office/officeart/2018/5/layout/IconCircleLabelList"/>
    <dgm:cxn modelId="{529F517F-1AD6-434A-991B-99139732D064}" type="presParOf" srcId="{3066E519-6047-4F7D-887E-15EB2A245133}" destId="{B6F30F72-6049-4AA6-8BE5-B3BF96691559}" srcOrd="1" destOrd="0" presId="urn:microsoft.com/office/officeart/2018/5/layout/IconCircleLabelList"/>
    <dgm:cxn modelId="{9EDA0849-D694-49F5-A292-946E1502B45F}" type="presParOf" srcId="{3066E519-6047-4F7D-887E-15EB2A245133}" destId="{2EBE67A5-D3B9-4E62-BDA6-8313D49B1F14}" srcOrd="2" destOrd="0" presId="urn:microsoft.com/office/officeart/2018/5/layout/IconCircleLabelList"/>
    <dgm:cxn modelId="{C11CF739-5D20-48F3-95D1-F7F185AA4881}" type="presParOf" srcId="{2EBE67A5-D3B9-4E62-BDA6-8313D49B1F14}" destId="{E0EAF546-CB3A-462F-A18C-EA2E90525B2A}" srcOrd="0" destOrd="0" presId="urn:microsoft.com/office/officeart/2018/5/layout/IconCircleLabelList"/>
    <dgm:cxn modelId="{8F0A8F83-5E11-4D68-83E7-B3C521531D97}" type="presParOf" srcId="{2EBE67A5-D3B9-4E62-BDA6-8313D49B1F14}" destId="{9EA146E1-6E38-4619-A787-6F5D1FD49183}" srcOrd="1" destOrd="0" presId="urn:microsoft.com/office/officeart/2018/5/layout/IconCircleLabelList"/>
    <dgm:cxn modelId="{9956F5D3-5F35-47B8-8525-DB82AE68B6B8}" type="presParOf" srcId="{2EBE67A5-D3B9-4E62-BDA6-8313D49B1F14}" destId="{41DC80CD-7613-4E76-AE96-201B57B255D6}" srcOrd="2" destOrd="0" presId="urn:microsoft.com/office/officeart/2018/5/layout/IconCircleLabelList"/>
    <dgm:cxn modelId="{331FAC20-59A1-4A55-9E5A-02BA32AAA35D}" type="presParOf" srcId="{2EBE67A5-D3B9-4E62-BDA6-8313D49B1F14}" destId="{3A242F03-B5D5-462A-AB40-3A6673AA8F1C}" srcOrd="3" destOrd="0" presId="urn:microsoft.com/office/officeart/2018/5/layout/IconCircleLabelList"/>
    <dgm:cxn modelId="{73DC7DDC-B18D-4A12-8AE1-4D9603280AFA}" type="presParOf" srcId="{3066E519-6047-4F7D-887E-15EB2A245133}" destId="{33B3C8C8-1741-40A6-9818-E81E30C65D7C}" srcOrd="3" destOrd="0" presId="urn:microsoft.com/office/officeart/2018/5/layout/IconCircleLabelList"/>
    <dgm:cxn modelId="{0BB55B54-EA02-49FA-B1F7-81FE93341876}" type="presParOf" srcId="{3066E519-6047-4F7D-887E-15EB2A245133}" destId="{F1F54AFF-7269-4A53-A86B-58137BBBEE08}" srcOrd="4" destOrd="0" presId="urn:microsoft.com/office/officeart/2018/5/layout/IconCircleLabelList"/>
    <dgm:cxn modelId="{1167A2DF-1ABC-4029-A29C-4181A87B52E4}" type="presParOf" srcId="{F1F54AFF-7269-4A53-A86B-58137BBBEE08}" destId="{612EEA7B-C0FE-4FE5-9892-60EAD8679411}" srcOrd="0" destOrd="0" presId="urn:microsoft.com/office/officeart/2018/5/layout/IconCircleLabelList"/>
    <dgm:cxn modelId="{A604BB29-214E-432C-9680-39698A2CAB8F}" type="presParOf" srcId="{F1F54AFF-7269-4A53-A86B-58137BBBEE08}" destId="{976DB63D-DFB4-45ED-AE03-77D6215E2650}" srcOrd="1" destOrd="0" presId="urn:microsoft.com/office/officeart/2018/5/layout/IconCircleLabelList"/>
    <dgm:cxn modelId="{8C1118BA-8131-437E-B2A5-58EFAFEF9AB6}" type="presParOf" srcId="{F1F54AFF-7269-4A53-A86B-58137BBBEE08}" destId="{6D08C714-035A-4A06-BA27-ED0D1CAF32DC}" srcOrd="2" destOrd="0" presId="urn:microsoft.com/office/officeart/2018/5/layout/IconCircleLabelList"/>
    <dgm:cxn modelId="{899948D4-F0D7-4E26-9074-89741B7DE882}" type="presParOf" srcId="{F1F54AFF-7269-4A53-A86B-58137BBBEE08}" destId="{9694E5B7-DA4F-4EF1-AABD-5E11326C6AAD}"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F5F470-8054-4D47-803A-3C8711CFFE05}">
      <dsp:nvSpPr>
        <dsp:cNvPr id="0" name=""/>
        <dsp:cNvSpPr/>
      </dsp:nvSpPr>
      <dsp:spPr>
        <a:xfrm>
          <a:off x="1926728" y="19549"/>
          <a:ext cx="2161687" cy="2161687"/>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9E02424-82EF-4EDD-9469-5801E40625CE}">
      <dsp:nvSpPr>
        <dsp:cNvPr id="0" name=""/>
        <dsp:cNvSpPr/>
      </dsp:nvSpPr>
      <dsp:spPr>
        <a:xfrm>
          <a:off x="2387415" y="480237"/>
          <a:ext cx="1240312" cy="124031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89C09B88-9585-4717-874E-94A0CA7066B0}">
      <dsp:nvSpPr>
        <dsp:cNvPr id="0" name=""/>
        <dsp:cNvSpPr/>
      </dsp:nvSpPr>
      <dsp:spPr>
        <a:xfrm>
          <a:off x="1235696" y="2854550"/>
          <a:ext cx="354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00150">
            <a:lnSpc>
              <a:spcPct val="90000"/>
            </a:lnSpc>
            <a:spcBef>
              <a:spcPct val="0"/>
            </a:spcBef>
            <a:spcAft>
              <a:spcPct val="35000"/>
            </a:spcAft>
            <a:buNone/>
            <a:defRPr cap="all"/>
          </a:pPr>
          <a:r>
            <a:rPr lang="en-US" sz="2700" kern="1200"/>
            <a:t>DTS team – SRE </a:t>
          </a:r>
        </a:p>
      </dsp:txBody>
      <dsp:txXfrm>
        <a:off x="1235696" y="2854550"/>
        <a:ext cx="3543750" cy="720000"/>
      </dsp:txXfrm>
    </dsp:sp>
    <dsp:sp modelId="{F7379149-49C7-4AA1-A799-967554D02F12}">
      <dsp:nvSpPr>
        <dsp:cNvPr id="0" name=""/>
        <dsp:cNvSpPr/>
      </dsp:nvSpPr>
      <dsp:spPr>
        <a:xfrm>
          <a:off x="6090634" y="19549"/>
          <a:ext cx="2161687" cy="2161687"/>
        </a:xfrm>
        <a:prstGeom prst="round2DiagRect">
          <a:avLst>
            <a:gd name="adj1" fmla="val 29727"/>
            <a:gd name="adj2" fmla="val 0"/>
          </a:avLst>
        </a:prstGeom>
        <a:solidFill>
          <a:schemeClr val="accent5">
            <a:hueOff val="19114684"/>
            <a:satOff val="-40837"/>
            <a:lumOff val="-17059"/>
            <a:alphaOff val="0"/>
          </a:schemeClr>
        </a:solidFill>
        <a:ln>
          <a:noFill/>
        </a:ln>
        <a:effectLst/>
      </dsp:spPr>
      <dsp:style>
        <a:lnRef idx="0">
          <a:scrgbClr r="0" g="0" b="0"/>
        </a:lnRef>
        <a:fillRef idx="1">
          <a:scrgbClr r="0" g="0" b="0"/>
        </a:fillRef>
        <a:effectRef idx="0">
          <a:scrgbClr r="0" g="0" b="0"/>
        </a:effectRef>
        <a:fontRef idx="minor"/>
      </dsp:style>
    </dsp:sp>
    <dsp:sp modelId="{537D5630-5924-44EC-A937-14C3F6FB4120}">
      <dsp:nvSpPr>
        <dsp:cNvPr id="0" name=""/>
        <dsp:cNvSpPr/>
      </dsp:nvSpPr>
      <dsp:spPr>
        <a:xfrm>
          <a:off x="6551321" y="480237"/>
          <a:ext cx="1240312" cy="124031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76C23014-6404-46B3-98F1-286838351396}">
      <dsp:nvSpPr>
        <dsp:cNvPr id="0" name=""/>
        <dsp:cNvSpPr/>
      </dsp:nvSpPr>
      <dsp:spPr>
        <a:xfrm>
          <a:off x="5399603" y="2854550"/>
          <a:ext cx="354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00150">
            <a:lnSpc>
              <a:spcPct val="90000"/>
            </a:lnSpc>
            <a:spcBef>
              <a:spcPct val="0"/>
            </a:spcBef>
            <a:spcAft>
              <a:spcPct val="35000"/>
            </a:spcAft>
            <a:buNone/>
            <a:defRPr cap="all"/>
          </a:pPr>
          <a:r>
            <a:rPr lang="en-US" sz="2700" kern="1200"/>
            <a:t>Managed by – Chris Livermore</a:t>
          </a:r>
        </a:p>
      </dsp:txBody>
      <dsp:txXfrm>
        <a:off x="5399603" y="2854550"/>
        <a:ext cx="354375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789D09-CE09-49D9-9684-0E9331DB213C}">
      <dsp:nvSpPr>
        <dsp:cNvPr id="0" name=""/>
        <dsp:cNvSpPr/>
      </dsp:nvSpPr>
      <dsp:spPr>
        <a:xfrm>
          <a:off x="1579524" y="229818"/>
          <a:ext cx="1944000" cy="1944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E7D1A356-C50B-4BC5-B1B0-060930E7E998}">
      <dsp:nvSpPr>
        <dsp:cNvPr id="0" name=""/>
        <dsp:cNvSpPr/>
      </dsp:nvSpPr>
      <dsp:spPr>
        <a:xfrm>
          <a:off x="391524" y="2644281"/>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100000"/>
            </a:lnSpc>
            <a:spcBef>
              <a:spcPct val="0"/>
            </a:spcBef>
            <a:spcAft>
              <a:spcPct val="35000"/>
            </a:spcAft>
            <a:buNone/>
          </a:pPr>
          <a:r>
            <a:rPr lang="en-US" sz="2400" kern="1200" dirty="0"/>
            <a:t>Without using AWS console</a:t>
          </a:r>
        </a:p>
      </dsp:txBody>
      <dsp:txXfrm>
        <a:off x="391524" y="2644281"/>
        <a:ext cx="4320000" cy="720000"/>
      </dsp:txXfrm>
    </dsp:sp>
    <dsp:sp modelId="{4D3734A4-F607-4106-BF5A-FD6D386855C9}">
      <dsp:nvSpPr>
        <dsp:cNvPr id="0" name=""/>
        <dsp:cNvSpPr/>
      </dsp:nvSpPr>
      <dsp:spPr>
        <a:xfrm>
          <a:off x="6655525" y="229818"/>
          <a:ext cx="1944000" cy="1944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40249946-2336-410C-9FDB-05F1F58871B0}">
      <dsp:nvSpPr>
        <dsp:cNvPr id="0" name=""/>
        <dsp:cNvSpPr/>
      </dsp:nvSpPr>
      <dsp:spPr>
        <a:xfrm>
          <a:off x="5467525" y="2644281"/>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100000"/>
            </a:lnSpc>
            <a:spcBef>
              <a:spcPct val="0"/>
            </a:spcBef>
            <a:spcAft>
              <a:spcPct val="35000"/>
            </a:spcAft>
            <a:buNone/>
          </a:pPr>
          <a:r>
            <a:rPr lang="en-US" sz="2400" kern="1200"/>
            <a:t>Only with terraform (infrastructure-as-code)</a:t>
          </a:r>
        </a:p>
      </dsp:txBody>
      <dsp:txXfrm>
        <a:off x="5467525" y="2644281"/>
        <a:ext cx="4320000"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C2CD3F-35C5-476E-8E6E-E8FD10357600}">
      <dsp:nvSpPr>
        <dsp:cNvPr id="0" name=""/>
        <dsp:cNvSpPr/>
      </dsp:nvSpPr>
      <dsp:spPr>
        <a:xfrm>
          <a:off x="1103191" y="619702"/>
          <a:ext cx="1281321" cy="128132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7A5E8244-0365-4A75-9D55-BE7C1C4ABBFD}">
      <dsp:nvSpPr>
        <dsp:cNvPr id="0" name=""/>
        <dsp:cNvSpPr/>
      </dsp:nvSpPr>
      <dsp:spPr>
        <a:xfrm>
          <a:off x="320161" y="2254397"/>
          <a:ext cx="2847381"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100000"/>
            </a:lnSpc>
            <a:spcBef>
              <a:spcPct val="0"/>
            </a:spcBef>
            <a:spcAft>
              <a:spcPct val="35000"/>
            </a:spcAft>
            <a:buNone/>
          </a:pPr>
          <a:r>
            <a:rPr lang="en-GB" sz="2400" kern="1200" dirty="0"/>
            <a:t>Version control of infrastructure</a:t>
          </a:r>
          <a:endParaRPr lang="en-US" sz="2400" kern="1200" dirty="0"/>
        </a:p>
      </dsp:txBody>
      <dsp:txXfrm>
        <a:off x="320161" y="2254397"/>
        <a:ext cx="2847381" cy="720000"/>
      </dsp:txXfrm>
    </dsp:sp>
    <dsp:sp modelId="{B6F30755-FD79-4419-A2BE-D01C794EFEA7}">
      <dsp:nvSpPr>
        <dsp:cNvPr id="0" name=""/>
        <dsp:cNvSpPr/>
      </dsp:nvSpPr>
      <dsp:spPr>
        <a:xfrm>
          <a:off x="4448864" y="619702"/>
          <a:ext cx="1281321" cy="128132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B21178EF-3F10-4C28-9C4F-9597B6E6DFBE}">
      <dsp:nvSpPr>
        <dsp:cNvPr id="0" name=""/>
        <dsp:cNvSpPr/>
      </dsp:nvSpPr>
      <dsp:spPr>
        <a:xfrm>
          <a:off x="3665834" y="2254397"/>
          <a:ext cx="2847381"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100000"/>
            </a:lnSpc>
            <a:spcBef>
              <a:spcPct val="0"/>
            </a:spcBef>
            <a:spcAft>
              <a:spcPct val="35000"/>
            </a:spcAft>
            <a:buNone/>
          </a:pPr>
          <a:r>
            <a:rPr lang="en-GB" sz="2400" kern="1200" dirty="0"/>
            <a:t>Reusability </a:t>
          </a:r>
          <a:endParaRPr lang="en-US" sz="2400" kern="1200" dirty="0"/>
        </a:p>
      </dsp:txBody>
      <dsp:txXfrm>
        <a:off x="3665834" y="2254397"/>
        <a:ext cx="2847381" cy="720000"/>
      </dsp:txXfrm>
    </dsp:sp>
    <dsp:sp modelId="{6FB4CD0E-E36E-4D4C-975F-2FB3DACBA6E4}">
      <dsp:nvSpPr>
        <dsp:cNvPr id="0" name=""/>
        <dsp:cNvSpPr/>
      </dsp:nvSpPr>
      <dsp:spPr>
        <a:xfrm>
          <a:off x="7794537" y="619702"/>
          <a:ext cx="1281321" cy="128132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3B6EE207-A950-40F7-8862-BBFBA7590187}">
      <dsp:nvSpPr>
        <dsp:cNvPr id="0" name=""/>
        <dsp:cNvSpPr/>
      </dsp:nvSpPr>
      <dsp:spPr>
        <a:xfrm>
          <a:off x="7011507" y="2254397"/>
          <a:ext cx="2847381"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100000"/>
            </a:lnSpc>
            <a:spcBef>
              <a:spcPct val="0"/>
            </a:spcBef>
            <a:spcAft>
              <a:spcPct val="35000"/>
            </a:spcAft>
            <a:buNone/>
          </a:pPr>
          <a:r>
            <a:rPr lang="en-GB" sz="2400" kern="1200" dirty="0"/>
            <a:t>Consistency across environments</a:t>
          </a:r>
          <a:endParaRPr lang="en-US" sz="2400" kern="1200" dirty="0"/>
        </a:p>
      </dsp:txBody>
      <dsp:txXfrm>
        <a:off x="7011507" y="2254397"/>
        <a:ext cx="2847381" cy="720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C2CD3F-35C5-476E-8E6E-E8FD10357600}">
      <dsp:nvSpPr>
        <dsp:cNvPr id="0" name=""/>
        <dsp:cNvSpPr/>
      </dsp:nvSpPr>
      <dsp:spPr>
        <a:xfrm>
          <a:off x="936887" y="726663"/>
          <a:ext cx="1449221" cy="144922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7A5E8244-0365-4A75-9D55-BE7C1C4ABBFD}">
      <dsp:nvSpPr>
        <dsp:cNvPr id="0" name=""/>
        <dsp:cNvSpPr/>
      </dsp:nvSpPr>
      <dsp:spPr>
        <a:xfrm>
          <a:off x="319487" y="2558919"/>
          <a:ext cx="322049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GB" sz="1600" kern="1200" dirty="0"/>
            <a:t>scalability(e.g. getting 15 servers to run is much easier when you code it)</a:t>
          </a:r>
          <a:endParaRPr lang="en-US" sz="1600" kern="1200" dirty="0"/>
        </a:p>
      </dsp:txBody>
      <dsp:txXfrm>
        <a:off x="319487" y="2558919"/>
        <a:ext cx="3220493" cy="720000"/>
      </dsp:txXfrm>
    </dsp:sp>
    <dsp:sp modelId="{B6F30755-FD79-4419-A2BE-D01C794EFEA7}">
      <dsp:nvSpPr>
        <dsp:cNvPr id="0" name=""/>
        <dsp:cNvSpPr/>
      </dsp:nvSpPr>
      <dsp:spPr>
        <a:xfrm>
          <a:off x="4720967" y="726663"/>
          <a:ext cx="1449221" cy="144922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B21178EF-3F10-4C28-9C4F-9597B6E6DFBE}">
      <dsp:nvSpPr>
        <dsp:cNvPr id="0" name=""/>
        <dsp:cNvSpPr/>
      </dsp:nvSpPr>
      <dsp:spPr>
        <a:xfrm>
          <a:off x="3835331" y="2558919"/>
          <a:ext cx="322049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GB" sz="1600" kern="1200"/>
            <a:t>debugging code is way easier than debugging on console</a:t>
          </a:r>
          <a:endParaRPr lang="en-US" sz="1600" kern="1200"/>
        </a:p>
      </dsp:txBody>
      <dsp:txXfrm>
        <a:off x="3835331" y="2558919"/>
        <a:ext cx="3220493" cy="720000"/>
      </dsp:txXfrm>
    </dsp:sp>
    <dsp:sp modelId="{6FB4CD0E-E36E-4D4C-975F-2FB3DACBA6E4}">
      <dsp:nvSpPr>
        <dsp:cNvPr id="0" name=""/>
        <dsp:cNvSpPr/>
      </dsp:nvSpPr>
      <dsp:spPr>
        <a:xfrm>
          <a:off x="8505047" y="726663"/>
          <a:ext cx="1449221" cy="144922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3B6EE207-A950-40F7-8862-BBFBA7590187}">
      <dsp:nvSpPr>
        <dsp:cNvPr id="0" name=""/>
        <dsp:cNvSpPr/>
      </dsp:nvSpPr>
      <dsp:spPr>
        <a:xfrm>
          <a:off x="7619411" y="2558919"/>
          <a:ext cx="322049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GB" sz="1600" kern="1200" dirty="0"/>
            <a:t>only setup in </a:t>
          </a:r>
          <a:r>
            <a:rPr lang="en-GB" sz="1600" kern="1200" dirty="0" err="1"/>
            <a:t>IaC</a:t>
          </a:r>
          <a:r>
            <a:rPr lang="en-GB" sz="1600" kern="1200" dirty="0"/>
            <a:t> takes time, once it’s done that code is ready to be used multiple times and runtime is fast.</a:t>
          </a:r>
          <a:endParaRPr lang="en-US" sz="1600" kern="1200" dirty="0"/>
        </a:p>
      </dsp:txBody>
      <dsp:txXfrm>
        <a:off x="7619411" y="2558919"/>
        <a:ext cx="3220493" cy="7200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9CE92A-F812-4447-9DB7-B0B5CFD04102}">
      <dsp:nvSpPr>
        <dsp:cNvPr id="0" name=""/>
        <dsp:cNvSpPr/>
      </dsp:nvSpPr>
      <dsp:spPr>
        <a:xfrm>
          <a:off x="0" y="16590"/>
          <a:ext cx="5994400" cy="748800"/>
        </a:xfrm>
        <a:prstGeom prst="roundRect">
          <a:avLst/>
        </a:prstGeom>
        <a:solidFill>
          <a:schemeClr val="accent2">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GB" sz="3200" kern="1200"/>
            <a:t>What is CloudWatch?</a:t>
          </a:r>
          <a:endParaRPr lang="en-US" sz="3200" kern="1200"/>
        </a:p>
      </dsp:txBody>
      <dsp:txXfrm>
        <a:off x="36553" y="53143"/>
        <a:ext cx="5921294" cy="675694"/>
      </dsp:txXfrm>
    </dsp:sp>
    <dsp:sp modelId="{B58C9142-A887-5F41-9767-BB3E3FEBF07A}">
      <dsp:nvSpPr>
        <dsp:cNvPr id="0" name=""/>
        <dsp:cNvSpPr/>
      </dsp:nvSpPr>
      <dsp:spPr>
        <a:xfrm>
          <a:off x="0" y="765390"/>
          <a:ext cx="5994400" cy="745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322" tIns="40640" rIns="227584" bIns="40640" numCol="1" spcCol="1270" anchor="t" anchorCtr="0">
          <a:noAutofit/>
        </a:bodyPr>
        <a:lstStyle/>
        <a:p>
          <a:pPr marL="228600" lvl="1" indent="-228600" algn="l" defTabSz="1111250">
            <a:lnSpc>
              <a:spcPct val="90000"/>
            </a:lnSpc>
            <a:spcBef>
              <a:spcPct val="0"/>
            </a:spcBef>
            <a:spcAft>
              <a:spcPct val="20000"/>
            </a:spcAft>
            <a:buChar char="•"/>
          </a:pPr>
          <a:r>
            <a:rPr lang="en-GB" sz="2500" kern="1200"/>
            <a:t>AWS service to monitor resources and applications</a:t>
          </a:r>
          <a:endParaRPr lang="en-US" sz="2500" kern="1200"/>
        </a:p>
      </dsp:txBody>
      <dsp:txXfrm>
        <a:off x="0" y="765390"/>
        <a:ext cx="5994400" cy="745200"/>
      </dsp:txXfrm>
    </dsp:sp>
    <dsp:sp modelId="{0AFFBF67-CFB9-A045-8D5A-5BF164EFE5E0}">
      <dsp:nvSpPr>
        <dsp:cNvPr id="0" name=""/>
        <dsp:cNvSpPr/>
      </dsp:nvSpPr>
      <dsp:spPr>
        <a:xfrm>
          <a:off x="0" y="1510590"/>
          <a:ext cx="5994400" cy="748800"/>
        </a:xfrm>
        <a:prstGeom prst="roundRect">
          <a:avLst/>
        </a:prstGeom>
        <a:solidFill>
          <a:schemeClr val="accent2">
            <a:hueOff val="3119330"/>
            <a:satOff val="17752"/>
            <a:lumOff val="549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GB" sz="3200" kern="1200"/>
            <a:t>What I did:</a:t>
          </a:r>
          <a:endParaRPr lang="en-US" sz="3200" kern="1200"/>
        </a:p>
      </dsp:txBody>
      <dsp:txXfrm>
        <a:off x="36553" y="1547143"/>
        <a:ext cx="5921294" cy="675694"/>
      </dsp:txXfrm>
    </dsp:sp>
    <dsp:sp modelId="{3357A86D-7F36-514A-B997-F9D2740764A4}">
      <dsp:nvSpPr>
        <dsp:cNvPr id="0" name=""/>
        <dsp:cNvSpPr/>
      </dsp:nvSpPr>
      <dsp:spPr>
        <a:xfrm>
          <a:off x="0" y="2259390"/>
          <a:ext cx="5994400" cy="1159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322" tIns="40640" rIns="227584" bIns="40640" numCol="1" spcCol="1270" anchor="t" anchorCtr="0">
          <a:noAutofit/>
        </a:bodyPr>
        <a:lstStyle/>
        <a:p>
          <a:pPr marL="228600" lvl="1" indent="-228600" algn="l" defTabSz="1111250">
            <a:lnSpc>
              <a:spcPct val="90000"/>
            </a:lnSpc>
            <a:spcBef>
              <a:spcPct val="0"/>
            </a:spcBef>
            <a:spcAft>
              <a:spcPct val="20000"/>
            </a:spcAft>
            <a:buChar char="•"/>
          </a:pPr>
          <a:r>
            <a:rPr lang="en-GB" sz="2500" kern="1200"/>
            <a:t>Set up a </a:t>
          </a:r>
          <a:r>
            <a:rPr lang="en-GB" sz="2500" b="1" kern="1200"/>
            <a:t>CloudWatch Alarm</a:t>
          </a:r>
          <a:r>
            <a:rPr lang="en-GB" sz="2500" kern="1200"/>
            <a:t> </a:t>
          </a:r>
          <a:endParaRPr lang="en-US" sz="2500" kern="1200"/>
        </a:p>
        <a:p>
          <a:pPr marL="228600" lvl="1" indent="-228600" algn="l" defTabSz="1111250">
            <a:lnSpc>
              <a:spcPct val="90000"/>
            </a:lnSpc>
            <a:spcBef>
              <a:spcPct val="0"/>
            </a:spcBef>
            <a:spcAft>
              <a:spcPct val="20000"/>
            </a:spcAft>
            <a:buChar char="•"/>
          </a:pPr>
          <a:r>
            <a:rPr lang="en-GB" sz="2500" kern="1200"/>
            <a:t>Triggers an alert if more than 5 codebuilds fail within 5 minutes</a:t>
          </a:r>
          <a:endParaRPr lang="en-US" sz="2500" kern="1200"/>
        </a:p>
      </dsp:txBody>
      <dsp:txXfrm>
        <a:off x="0" y="2259390"/>
        <a:ext cx="5994400" cy="1159200"/>
      </dsp:txXfrm>
    </dsp:sp>
    <dsp:sp modelId="{E7F65BBE-E0D4-7B48-A9CB-C4E1159D4835}">
      <dsp:nvSpPr>
        <dsp:cNvPr id="0" name=""/>
        <dsp:cNvSpPr/>
      </dsp:nvSpPr>
      <dsp:spPr>
        <a:xfrm>
          <a:off x="0" y="3418590"/>
          <a:ext cx="5994400" cy="748800"/>
        </a:xfrm>
        <a:prstGeom prst="roundRect">
          <a:avLst/>
        </a:prstGeom>
        <a:solidFill>
          <a:schemeClr val="accent2">
            <a:hueOff val="6238660"/>
            <a:satOff val="35504"/>
            <a:lumOff val="1098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GB" sz="3200" kern="1200" dirty="0"/>
            <a:t>Benefits:</a:t>
          </a:r>
          <a:endParaRPr lang="en-US" sz="3200" kern="1200" dirty="0"/>
        </a:p>
      </dsp:txBody>
      <dsp:txXfrm>
        <a:off x="36553" y="3455143"/>
        <a:ext cx="5921294" cy="675694"/>
      </dsp:txXfrm>
    </dsp:sp>
    <dsp:sp modelId="{11166055-B0F4-A34A-8A5E-CBDB969C589C}">
      <dsp:nvSpPr>
        <dsp:cNvPr id="0" name=""/>
        <dsp:cNvSpPr/>
      </dsp:nvSpPr>
      <dsp:spPr>
        <a:xfrm>
          <a:off x="0" y="4167390"/>
          <a:ext cx="5994400" cy="12254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322" tIns="40640" rIns="227584" bIns="40640" numCol="1" spcCol="1270" anchor="t" anchorCtr="0">
          <a:noAutofit/>
        </a:bodyPr>
        <a:lstStyle/>
        <a:p>
          <a:pPr marL="228600" lvl="1" indent="-228600" algn="l" defTabSz="1111250">
            <a:lnSpc>
              <a:spcPct val="90000"/>
            </a:lnSpc>
            <a:spcBef>
              <a:spcPct val="0"/>
            </a:spcBef>
            <a:spcAft>
              <a:spcPct val="20000"/>
            </a:spcAft>
            <a:buChar char="•"/>
          </a:pPr>
          <a:r>
            <a:rPr lang="en-GB" sz="2500" kern="1200"/>
            <a:t>Proactive monitoring</a:t>
          </a:r>
          <a:endParaRPr lang="en-US" sz="2500" kern="1200"/>
        </a:p>
        <a:p>
          <a:pPr marL="228600" lvl="1" indent="-228600" algn="l" defTabSz="1111250">
            <a:lnSpc>
              <a:spcPct val="90000"/>
            </a:lnSpc>
            <a:spcBef>
              <a:spcPct val="0"/>
            </a:spcBef>
            <a:spcAft>
              <a:spcPct val="20000"/>
            </a:spcAft>
            <a:buChar char="•"/>
          </a:pPr>
          <a:r>
            <a:rPr lang="en-GB" sz="2500" kern="1200"/>
            <a:t>Cost control</a:t>
          </a:r>
          <a:endParaRPr lang="en-US" sz="2500" kern="1200"/>
        </a:p>
        <a:p>
          <a:pPr marL="228600" lvl="1" indent="-228600" algn="l" defTabSz="1111250">
            <a:lnSpc>
              <a:spcPct val="90000"/>
            </a:lnSpc>
            <a:spcBef>
              <a:spcPct val="0"/>
            </a:spcBef>
            <a:spcAft>
              <a:spcPct val="20000"/>
            </a:spcAft>
            <a:buChar char="•"/>
          </a:pPr>
          <a:r>
            <a:rPr lang="en-GB" sz="2500" kern="1200"/>
            <a:t>Uptime reliability</a:t>
          </a:r>
          <a:endParaRPr lang="en-US" sz="2500" kern="1200"/>
        </a:p>
      </dsp:txBody>
      <dsp:txXfrm>
        <a:off x="0" y="4167390"/>
        <a:ext cx="5994400" cy="122544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CC609B-941F-4D94-9495-6F18EFF8F7CE}">
      <dsp:nvSpPr>
        <dsp:cNvPr id="0" name=""/>
        <dsp:cNvSpPr/>
      </dsp:nvSpPr>
      <dsp:spPr>
        <a:xfrm>
          <a:off x="594024" y="222049"/>
          <a:ext cx="1852875" cy="185287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D425AC9-72A3-47ED-A012-F67151DE5732}">
      <dsp:nvSpPr>
        <dsp:cNvPr id="0" name=""/>
        <dsp:cNvSpPr/>
      </dsp:nvSpPr>
      <dsp:spPr>
        <a:xfrm>
          <a:off x="988899" y="616925"/>
          <a:ext cx="1063124" cy="106312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0803AAD2-B43A-4F41-BB2D-C6F864125102}">
      <dsp:nvSpPr>
        <dsp:cNvPr id="0" name=""/>
        <dsp:cNvSpPr/>
      </dsp:nvSpPr>
      <dsp:spPr>
        <a:xfrm>
          <a:off x="1712" y="2652050"/>
          <a:ext cx="3037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GB" sz="1800" kern="1200" dirty="0">
              <a:solidFill>
                <a:prstClr val="black">
                  <a:hueOff val="0"/>
                  <a:satOff val="0"/>
                  <a:lumOff val="0"/>
                  <a:alphaOff val="0"/>
                </a:prstClr>
              </a:solidFill>
              <a:latin typeface="Gill Sans MT" panose="020B0502020104020203"/>
              <a:ea typeface="+mn-ea"/>
              <a:cs typeface="+mn-cs"/>
            </a:rPr>
            <a:t>Hands-on with Infrastructure as Code (Terraform)</a:t>
          </a:r>
          <a:endParaRPr lang="en-US" sz="1800" kern="1200" dirty="0">
            <a:solidFill>
              <a:prstClr val="black">
                <a:hueOff val="0"/>
                <a:satOff val="0"/>
                <a:lumOff val="0"/>
                <a:alphaOff val="0"/>
              </a:prstClr>
            </a:solidFill>
            <a:latin typeface="Gill Sans MT" panose="020B0502020104020203"/>
            <a:ea typeface="+mn-ea"/>
            <a:cs typeface="+mn-cs"/>
          </a:endParaRPr>
        </a:p>
      </dsp:txBody>
      <dsp:txXfrm>
        <a:off x="1712" y="2652050"/>
        <a:ext cx="3037500" cy="720000"/>
      </dsp:txXfrm>
    </dsp:sp>
    <dsp:sp modelId="{E0EAF546-CB3A-462F-A18C-EA2E90525B2A}">
      <dsp:nvSpPr>
        <dsp:cNvPr id="0" name=""/>
        <dsp:cNvSpPr/>
      </dsp:nvSpPr>
      <dsp:spPr>
        <a:xfrm>
          <a:off x="4163087" y="222049"/>
          <a:ext cx="1852875" cy="185287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EA146E1-6E38-4619-A787-6F5D1FD49183}">
      <dsp:nvSpPr>
        <dsp:cNvPr id="0" name=""/>
        <dsp:cNvSpPr/>
      </dsp:nvSpPr>
      <dsp:spPr>
        <a:xfrm>
          <a:off x="4557962" y="616925"/>
          <a:ext cx="1063124" cy="106312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3A242F03-B5D5-462A-AB40-3A6673AA8F1C}">
      <dsp:nvSpPr>
        <dsp:cNvPr id="0" name=""/>
        <dsp:cNvSpPr/>
      </dsp:nvSpPr>
      <dsp:spPr>
        <a:xfrm>
          <a:off x="3570775" y="2652050"/>
          <a:ext cx="3037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GB" sz="1700" kern="1200" dirty="0"/>
            <a:t>Improved data SCIENCE &amp; ML </a:t>
          </a:r>
        </a:p>
        <a:p>
          <a:pPr marL="0" lvl="0" indent="0" algn="ctr" defTabSz="755650">
            <a:lnSpc>
              <a:spcPct val="90000"/>
            </a:lnSpc>
            <a:spcBef>
              <a:spcPct val="0"/>
            </a:spcBef>
            <a:spcAft>
              <a:spcPct val="35000"/>
            </a:spcAft>
            <a:buNone/>
            <a:defRPr cap="all"/>
          </a:pPr>
          <a:r>
            <a:rPr lang="en-GB" sz="1700" kern="1200" dirty="0"/>
            <a:t>skills</a:t>
          </a:r>
          <a:endParaRPr lang="en-US" sz="1700" kern="1200" dirty="0"/>
        </a:p>
      </dsp:txBody>
      <dsp:txXfrm>
        <a:off x="3570775" y="2652050"/>
        <a:ext cx="3037500" cy="720000"/>
      </dsp:txXfrm>
    </dsp:sp>
    <dsp:sp modelId="{612EEA7B-C0FE-4FE5-9892-60EAD8679411}">
      <dsp:nvSpPr>
        <dsp:cNvPr id="0" name=""/>
        <dsp:cNvSpPr/>
      </dsp:nvSpPr>
      <dsp:spPr>
        <a:xfrm>
          <a:off x="7732150" y="222049"/>
          <a:ext cx="1852875" cy="1852875"/>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76DB63D-DFB4-45ED-AE03-77D6215E2650}">
      <dsp:nvSpPr>
        <dsp:cNvPr id="0" name=""/>
        <dsp:cNvSpPr/>
      </dsp:nvSpPr>
      <dsp:spPr>
        <a:xfrm>
          <a:off x="8127025" y="616925"/>
          <a:ext cx="1063124" cy="106312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9694E5B7-DA4F-4EF1-AABD-5E11326C6AAD}">
      <dsp:nvSpPr>
        <dsp:cNvPr id="0" name=""/>
        <dsp:cNvSpPr/>
      </dsp:nvSpPr>
      <dsp:spPr>
        <a:xfrm>
          <a:off x="7139837" y="2652050"/>
          <a:ext cx="3037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GB" sz="1700" kern="1200" dirty="0"/>
            <a:t>Working in a professional team environment at Centrica</a:t>
          </a:r>
          <a:endParaRPr lang="en-US" sz="1700" kern="1200" dirty="0"/>
        </a:p>
      </dsp:txBody>
      <dsp:txXfrm>
        <a:off x="7139837" y="2652050"/>
        <a:ext cx="3037500" cy="720000"/>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6740B3-ADC2-8749-8954-B0688EE53C2E}" type="datetimeFigureOut">
              <a:rPr lang="en-US" smtClean="0"/>
              <a:t>8/13/25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120AFC-0302-2947-BAA7-64BD0D626687}" type="slidenum">
              <a:rPr lang="en-US" smtClean="0"/>
              <a:t>‹#›</a:t>
            </a:fld>
            <a:endParaRPr lang="en-US"/>
          </a:p>
        </p:txBody>
      </p:sp>
    </p:spTree>
    <p:extLst>
      <p:ext uri="{BB962C8B-B14F-4D97-AF65-F5344CB8AC3E}">
        <p14:creationId xmlns:p14="http://schemas.microsoft.com/office/powerpoint/2010/main" val="28299197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120AFC-0302-2947-BAA7-64BD0D626687}" type="slidenum">
              <a:rPr lang="en-US" smtClean="0"/>
              <a:t>1</a:t>
            </a:fld>
            <a:endParaRPr lang="en-US"/>
          </a:p>
        </p:txBody>
      </p:sp>
    </p:spTree>
    <p:extLst>
      <p:ext uri="{BB962C8B-B14F-4D97-AF65-F5344CB8AC3E}">
        <p14:creationId xmlns:p14="http://schemas.microsoft.com/office/powerpoint/2010/main" val="16524569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Analogy:</a:t>
            </a:r>
            <a:r>
              <a:rPr lang="en-GB" dirty="0"/>
              <a:t> </a:t>
            </a:r>
            <a:r>
              <a:rPr lang="en-GB" i="1" dirty="0"/>
              <a:t>The cloud is like renting an apartment instead of buying a house.</a:t>
            </a:r>
            <a:endParaRPr lang="en-GB" dirty="0"/>
          </a:p>
          <a:p>
            <a:r>
              <a:rPr lang="en-GB" dirty="0"/>
              <a:t>When you rent an apartment (cloud), the </a:t>
            </a:r>
            <a:r>
              <a:rPr lang="en-GB" b="1" dirty="0"/>
              <a:t>landlord (cloud provider)</a:t>
            </a:r>
            <a:r>
              <a:rPr lang="en-GB" dirty="0"/>
              <a:t> takes care of most things (hardware, networking, etc.), and you only worry about what’s </a:t>
            </a:r>
            <a:r>
              <a:rPr lang="en-GB" b="1" dirty="0"/>
              <a:t>inside your apartment (your application)</a:t>
            </a:r>
            <a:r>
              <a:rPr lang="en-GB" dirty="0"/>
              <a:t>.</a:t>
            </a:r>
          </a:p>
          <a:p>
            <a:r>
              <a:rPr lang="en-GB" b="1" dirty="0"/>
              <a:t>In business:</a:t>
            </a:r>
            <a:br>
              <a:rPr lang="en-GB" dirty="0"/>
            </a:br>
            <a:r>
              <a:rPr lang="en-GB" dirty="0"/>
              <a:t>Companies use the cloud to avoid upfront hardware costs and get </a:t>
            </a:r>
            <a:r>
              <a:rPr lang="en-GB" b="1" dirty="0"/>
              <a:t>scalable</a:t>
            </a:r>
            <a:r>
              <a:rPr lang="en-GB" dirty="0"/>
              <a:t>, </a:t>
            </a:r>
            <a:r>
              <a:rPr lang="en-GB" b="1" dirty="0"/>
              <a:t>on-demand</a:t>
            </a:r>
            <a:r>
              <a:rPr lang="en-GB" dirty="0"/>
              <a:t> computing power without worrying about physical infrastructure.</a:t>
            </a:r>
          </a:p>
          <a:p>
            <a:endParaRPr lang="en-US" dirty="0"/>
          </a:p>
        </p:txBody>
      </p:sp>
      <p:sp>
        <p:nvSpPr>
          <p:cNvPr id="4" name="Slide Number Placeholder 3"/>
          <p:cNvSpPr>
            <a:spLocks noGrp="1"/>
          </p:cNvSpPr>
          <p:nvPr>
            <p:ph type="sldNum" sz="quarter" idx="5"/>
          </p:nvPr>
        </p:nvSpPr>
        <p:spPr/>
        <p:txBody>
          <a:bodyPr/>
          <a:lstStyle/>
          <a:p>
            <a:fld id="{C9120AFC-0302-2947-BAA7-64BD0D626687}" type="slidenum">
              <a:rPr lang="en-US" smtClean="0"/>
              <a:t>3</a:t>
            </a:fld>
            <a:endParaRPr lang="en-US"/>
          </a:p>
        </p:txBody>
      </p:sp>
    </p:spTree>
    <p:extLst>
      <p:ext uri="{BB962C8B-B14F-4D97-AF65-F5344CB8AC3E}">
        <p14:creationId xmlns:p14="http://schemas.microsoft.com/office/powerpoint/2010/main" val="25444937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Analogy:</a:t>
            </a:r>
            <a:r>
              <a:rPr lang="en-GB" dirty="0"/>
              <a:t> </a:t>
            </a:r>
            <a:r>
              <a:rPr lang="en-GB" i="1" dirty="0"/>
              <a:t>AWS is like a giant shopping mall of IT services.</a:t>
            </a:r>
            <a:endParaRPr lang="en-GB" dirty="0"/>
          </a:p>
          <a:p>
            <a:r>
              <a:rPr lang="en-GB" dirty="0"/>
              <a:t>Just like you can walk into a mall and find everything from a bakery to a furniture store, AWS gives you </a:t>
            </a:r>
            <a:r>
              <a:rPr lang="en-GB" b="1" dirty="0"/>
              <a:t>pre-built services</a:t>
            </a:r>
            <a:r>
              <a:rPr lang="en-GB" dirty="0"/>
              <a:t> for:</a:t>
            </a:r>
          </a:p>
          <a:p>
            <a:pPr lvl="1"/>
            <a:r>
              <a:rPr lang="en-GB" dirty="0"/>
              <a:t>Computing (EC2)</a:t>
            </a:r>
          </a:p>
          <a:p>
            <a:pPr lvl="1"/>
            <a:r>
              <a:rPr lang="en-GB" dirty="0"/>
              <a:t>Storage (S3)</a:t>
            </a:r>
          </a:p>
          <a:p>
            <a:pPr lvl="1"/>
            <a:r>
              <a:rPr lang="en-GB" dirty="0"/>
              <a:t>Databases (RDS)</a:t>
            </a:r>
          </a:p>
          <a:p>
            <a:pPr lvl="1"/>
            <a:r>
              <a:rPr lang="en-GB" dirty="0"/>
              <a:t>Monitoring (CloudWatch)</a:t>
            </a:r>
          </a:p>
          <a:p>
            <a:pPr lvl="1"/>
            <a:r>
              <a:rPr lang="en-GB" dirty="0"/>
              <a:t>and hundreds more.</a:t>
            </a:r>
          </a:p>
          <a:p>
            <a:endParaRPr lang="en-GB" dirty="0"/>
          </a:p>
          <a:p>
            <a:endParaRPr lang="en-US" dirty="0"/>
          </a:p>
        </p:txBody>
      </p:sp>
      <p:sp>
        <p:nvSpPr>
          <p:cNvPr id="4" name="Slide Number Placeholder 3"/>
          <p:cNvSpPr>
            <a:spLocks noGrp="1"/>
          </p:cNvSpPr>
          <p:nvPr>
            <p:ph type="sldNum" sz="quarter" idx="5"/>
          </p:nvPr>
        </p:nvSpPr>
        <p:spPr/>
        <p:txBody>
          <a:bodyPr/>
          <a:lstStyle/>
          <a:p>
            <a:fld id="{C9120AFC-0302-2947-BAA7-64BD0D626687}" type="slidenum">
              <a:rPr lang="en-US" smtClean="0"/>
              <a:t>4</a:t>
            </a:fld>
            <a:endParaRPr lang="en-US"/>
          </a:p>
        </p:txBody>
      </p:sp>
    </p:spTree>
    <p:extLst>
      <p:ext uri="{BB962C8B-B14F-4D97-AF65-F5344CB8AC3E}">
        <p14:creationId xmlns:p14="http://schemas.microsoft.com/office/powerpoint/2010/main" val="26449194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Analogy:</a:t>
            </a:r>
            <a:r>
              <a:rPr lang="en-GB" dirty="0"/>
              <a:t> </a:t>
            </a:r>
            <a:r>
              <a:rPr lang="en-GB" i="1" dirty="0"/>
              <a:t>Hosting a Minecraft server is like opening your own online gaming café.</a:t>
            </a:r>
            <a:endParaRPr lang="en-GB" dirty="0"/>
          </a:p>
          <a:p>
            <a:r>
              <a:rPr lang="en-GB" dirty="0"/>
              <a:t>Using cloud services like AWS EC2, you can </a:t>
            </a:r>
            <a:r>
              <a:rPr lang="en-GB" b="1" dirty="0"/>
              <a:t>scale up</a:t>
            </a:r>
            <a:r>
              <a:rPr lang="en-GB" dirty="0"/>
              <a:t> your server for more players or </a:t>
            </a:r>
            <a:r>
              <a:rPr lang="en-GB" b="1" dirty="0"/>
              <a:t>turn it off</a:t>
            </a:r>
            <a:r>
              <a:rPr lang="en-GB" dirty="0"/>
              <a:t> when not in use.</a:t>
            </a:r>
          </a:p>
          <a:p>
            <a:r>
              <a:rPr lang="en-GB" b="1" dirty="0"/>
              <a:t>In business (parallel):</a:t>
            </a:r>
            <a:br>
              <a:rPr lang="en-GB" dirty="0"/>
            </a:br>
            <a:r>
              <a:rPr lang="en-GB" dirty="0"/>
              <a:t>Just like hosting a Minecraft server, companies host their own </a:t>
            </a:r>
            <a:r>
              <a:rPr lang="en-GB" b="1" dirty="0"/>
              <a:t>custom applications</a:t>
            </a:r>
            <a:r>
              <a:rPr lang="en-GB" dirty="0"/>
              <a:t> in the cloud, managing their own “rules” (code, security, performance) while using the cloud for flexibility and reach.</a:t>
            </a:r>
          </a:p>
          <a:p>
            <a:endParaRPr lang="en-US" dirty="0"/>
          </a:p>
        </p:txBody>
      </p:sp>
      <p:sp>
        <p:nvSpPr>
          <p:cNvPr id="4" name="Slide Number Placeholder 3"/>
          <p:cNvSpPr>
            <a:spLocks noGrp="1"/>
          </p:cNvSpPr>
          <p:nvPr>
            <p:ph type="sldNum" sz="quarter" idx="5"/>
          </p:nvPr>
        </p:nvSpPr>
        <p:spPr/>
        <p:txBody>
          <a:bodyPr/>
          <a:lstStyle/>
          <a:p>
            <a:fld id="{C9120AFC-0302-2947-BAA7-64BD0D626687}" type="slidenum">
              <a:rPr lang="en-US" smtClean="0"/>
              <a:t>5</a:t>
            </a:fld>
            <a:endParaRPr lang="en-US"/>
          </a:p>
        </p:txBody>
      </p:sp>
    </p:spTree>
    <p:extLst>
      <p:ext uri="{BB962C8B-B14F-4D97-AF65-F5344CB8AC3E}">
        <p14:creationId xmlns:p14="http://schemas.microsoft.com/office/powerpoint/2010/main" val="37090908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120AFC-0302-2947-BAA7-64BD0D626687}" type="slidenum">
              <a:rPr lang="en-US" smtClean="0"/>
              <a:t>6</a:t>
            </a:fld>
            <a:endParaRPr lang="en-US"/>
          </a:p>
        </p:txBody>
      </p:sp>
    </p:spTree>
    <p:extLst>
      <p:ext uri="{BB962C8B-B14F-4D97-AF65-F5344CB8AC3E}">
        <p14:creationId xmlns:p14="http://schemas.microsoft.com/office/powerpoint/2010/main" val="42697641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Normally, if you want to set up a server or some cloud resources, you might have to click around in a web interface or run lots of commands.</a:t>
            </a:r>
          </a:p>
          <a:p>
            <a:r>
              <a:rPr lang="en-GB" sz="1200" b="0" i="0" u="none" strike="noStrike" kern="1200" dirty="0">
                <a:solidFill>
                  <a:schemeClr val="tx1"/>
                </a:solidFill>
                <a:effectLst/>
                <a:latin typeface="+mn-lt"/>
                <a:ea typeface="+mn-ea"/>
                <a:cs typeface="+mn-cs"/>
              </a:rPr>
              <a:t>It can also update or delete resources when you change your instructions.</a:t>
            </a:r>
          </a:p>
          <a:p>
            <a:endParaRPr lang="en-US" dirty="0"/>
          </a:p>
        </p:txBody>
      </p:sp>
      <p:sp>
        <p:nvSpPr>
          <p:cNvPr id="4" name="Slide Number Placeholder 3"/>
          <p:cNvSpPr>
            <a:spLocks noGrp="1"/>
          </p:cNvSpPr>
          <p:nvPr>
            <p:ph type="sldNum" sz="quarter" idx="5"/>
          </p:nvPr>
        </p:nvSpPr>
        <p:spPr/>
        <p:txBody>
          <a:bodyPr/>
          <a:lstStyle/>
          <a:p>
            <a:fld id="{C9120AFC-0302-2947-BAA7-64BD0D626687}" type="slidenum">
              <a:rPr lang="en-US" smtClean="0"/>
              <a:t>7</a:t>
            </a:fld>
            <a:endParaRPr lang="en-US"/>
          </a:p>
        </p:txBody>
      </p:sp>
    </p:spTree>
    <p:extLst>
      <p:ext uri="{BB962C8B-B14F-4D97-AF65-F5344CB8AC3E}">
        <p14:creationId xmlns:p14="http://schemas.microsoft.com/office/powerpoint/2010/main" val="32887313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Analogy:</a:t>
            </a:r>
            <a:r>
              <a:rPr lang="en-GB" dirty="0"/>
              <a:t> </a:t>
            </a:r>
            <a:r>
              <a:rPr lang="en-GB" i="1" dirty="0"/>
              <a:t>CloudWatch alarms are like security cameras and smoke detectors in your server room.</a:t>
            </a:r>
            <a:endParaRPr lang="en-GB" dirty="0"/>
          </a:p>
          <a:p>
            <a:r>
              <a:rPr lang="en-GB" dirty="0"/>
              <a:t>They </a:t>
            </a:r>
            <a:r>
              <a:rPr lang="en-GB" b="1" dirty="0"/>
              <a:t>monitor</a:t>
            </a:r>
            <a:r>
              <a:rPr lang="en-GB" dirty="0"/>
              <a:t> your cloud resources (CPU usage, memory, disk, traffic, etc.)</a:t>
            </a:r>
          </a:p>
          <a:p>
            <a:r>
              <a:rPr lang="en-GB" dirty="0"/>
              <a:t>If something goes wrong (CPU &gt; 90%, server down), they can </a:t>
            </a:r>
            <a:r>
              <a:rPr lang="en-GB" b="1" dirty="0"/>
              <a:t>alert you</a:t>
            </a:r>
            <a:r>
              <a:rPr lang="en-GB" dirty="0"/>
              <a:t>, or even </a:t>
            </a:r>
            <a:r>
              <a:rPr lang="en-GB" b="1" dirty="0"/>
              <a:t>trigger automatic actions</a:t>
            </a:r>
            <a:r>
              <a:rPr lang="en-GB" dirty="0"/>
              <a:t> (restart a server, scale up resources).</a:t>
            </a:r>
          </a:p>
          <a:p>
            <a:endParaRPr lang="en-US" dirty="0"/>
          </a:p>
        </p:txBody>
      </p:sp>
      <p:sp>
        <p:nvSpPr>
          <p:cNvPr id="4" name="Slide Number Placeholder 3"/>
          <p:cNvSpPr>
            <a:spLocks noGrp="1"/>
          </p:cNvSpPr>
          <p:nvPr>
            <p:ph type="sldNum" sz="quarter" idx="5"/>
          </p:nvPr>
        </p:nvSpPr>
        <p:spPr/>
        <p:txBody>
          <a:bodyPr/>
          <a:lstStyle/>
          <a:p>
            <a:fld id="{C9120AFC-0302-2947-BAA7-64BD0D626687}" type="slidenum">
              <a:rPr lang="en-US" smtClean="0"/>
              <a:t>8</a:t>
            </a:fld>
            <a:endParaRPr lang="en-US"/>
          </a:p>
        </p:txBody>
      </p:sp>
    </p:spTree>
    <p:extLst>
      <p:ext uri="{BB962C8B-B14F-4D97-AF65-F5344CB8AC3E}">
        <p14:creationId xmlns:p14="http://schemas.microsoft.com/office/powerpoint/2010/main" val="31253200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120AFC-0302-2947-BAA7-64BD0D626687}" type="slidenum">
              <a:rPr lang="en-US" smtClean="0"/>
              <a:t>9</a:t>
            </a:fld>
            <a:endParaRPr lang="en-US"/>
          </a:p>
        </p:txBody>
      </p:sp>
    </p:spTree>
    <p:extLst>
      <p:ext uri="{BB962C8B-B14F-4D97-AF65-F5344CB8AC3E}">
        <p14:creationId xmlns:p14="http://schemas.microsoft.com/office/powerpoint/2010/main" val="12808769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120AFC-0302-2947-BAA7-64BD0D626687}" type="slidenum">
              <a:rPr lang="en-US" smtClean="0"/>
              <a:t>14</a:t>
            </a:fld>
            <a:endParaRPr lang="en-US"/>
          </a:p>
        </p:txBody>
      </p:sp>
    </p:spTree>
    <p:extLst>
      <p:ext uri="{BB962C8B-B14F-4D97-AF65-F5344CB8AC3E}">
        <p14:creationId xmlns:p14="http://schemas.microsoft.com/office/powerpoint/2010/main" val="23178912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Lag features</a:t>
            </a:r>
            <a:r>
              <a:rPr lang="en-GB" dirty="0"/>
              <a:t> are past values of a data point used to help predict future values (like looking at yesterday’s sales to guess today’s sales).</a:t>
            </a:r>
          </a:p>
          <a:p>
            <a:r>
              <a:rPr lang="en-GB" b="1" dirty="0"/>
              <a:t>Rolling features</a:t>
            </a:r>
            <a:r>
              <a:rPr lang="en-GB" dirty="0"/>
              <a:t> are averages we calculate to smooth out fluctuations so we can reveal trends </a:t>
            </a:r>
          </a:p>
          <a:p>
            <a:endParaRPr lang="en-GB" sz="1200" b="0" i="0" u="none" strike="noStrike"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C9120AFC-0302-2947-BAA7-64BD0D626687}" type="slidenum">
              <a:rPr lang="en-US" smtClean="0"/>
              <a:t>15</a:t>
            </a:fld>
            <a:endParaRPr lang="en-US"/>
          </a:p>
        </p:txBody>
      </p:sp>
    </p:spTree>
    <p:extLst>
      <p:ext uri="{BB962C8B-B14F-4D97-AF65-F5344CB8AC3E}">
        <p14:creationId xmlns:p14="http://schemas.microsoft.com/office/powerpoint/2010/main" val="39794974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I used 50 folds so I split the data into 50 chunks. Each fold uses a new chunk of data to test how well the model generalises .With </a:t>
            </a:r>
            <a:r>
              <a:rPr lang="en-GB" sz="1200" b="1" i="0" u="none" strike="noStrike" kern="1200" dirty="0">
                <a:solidFill>
                  <a:schemeClr val="tx1"/>
                </a:solidFill>
                <a:effectLst/>
                <a:latin typeface="+mn-lt"/>
                <a:ea typeface="+mn-ea"/>
                <a:cs typeface="+mn-cs"/>
              </a:rPr>
              <a:t>time series</a:t>
            </a:r>
            <a:r>
              <a:rPr lang="en-GB" sz="1200" b="0" i="0" u="none" strike="noStrike" kern="1200" dirty="0">
                <a:solidFill>
                  <a:schemeClr val="tx1"/>
                </a:solidFill>
                <a:effectLst/>
                <a:latin typeface="+mn-lt"/>
                <a:ea typeface="+mn-ea"/>
                <a:cs typeface="+mn-cs"/>
              </a:rPr>
              <a:t>, we can't just mix and match data randomly because order matters. So, we use </a:t>
            </a:r>
            <a:r>
              <a:rPr lang="en-GB" sz="1200" b="1" i="0" u="none" strike="noStrike" kern="1200" dirty="0">
                <a:solidFill>
                  <a:schemeClr val="tx1"/>
                </a:solidFill>
                <a:effectLst/>
                <a:latin typeface="+mn-lt"/>
                <a:ea typeface="+mn-ea"/>
                <a:cs typeface="+mn-cs"/>
              </a:rPr>
              <a:t>rolling window validation</a:t>
            </a:r>
            <a:r>
              <a:rPr lang="en-GB" sz="1200" b="0" i="0" u="none" strike="noStrike" kern="1200" dirty="0">
                <a:solidFill>
                  <a:schemeClr val="tx1"/>
                </a:solidFill>
                <a:effectLst/>
                <a:latin typeface="+mn-lt"/>
                <a:ea typeface="+mn-ea"/>
                <a:cs typeface="+mn-cs"/>
              </a:rPr>
              <a:t> — like sliding a window through time. </a:t>
            </a:r>
          </a:p>
          <a:p>
            <a:br>
              <a:rPr lang="en-GB" dirty="0">
                <a:effectLst/>
              </a:rPr>
            </a:br>
            <a:endParaRPr lang="en-GB" dirty="0">
              <a:effectLst/>
            </a:endParaRPr>
          </a:p>
          <a:p>
            <a:endParaRPr lang="en-US" dirty="0"/>
          </a:p>
        </p:txBody>
      </p:sp>
      <p:sp>
        <p:nvSpPr>
          <p:cNvPr id="4" name="Slide Number Placeholder 3"/>
          <p:cNvSpPr>
            <a:spLocks noGrp="1"/>
          </p:cNvSpPr>
          <p:nvPr>
            <p:ph type="sldNum" sz="quarter" idx="5"/>
          </p:nvPr>
        </p:nvSpPr>
        <p:spPr/>
        <p:txBody>
          <a:bodyPr/>
          <a:lstStyle/>
          <a:p>
            <a:fld id="{C9120AFC-0302-2947-BAA7-64BD0D626687}" type="slidenum">
              <a:rPr lang="en-US" smtClean="0"/>
              <a:t>16</a:t>
            </a:fld>
            <a:endParaRPr lang="en-US"/>
          </a:p>
        </p:txBody>
      </p:sp>
    </p:spTree>
    <p:extLst>
      <p:ext uri="{BB962C8B-B14F-4D97-AF65-F5344CB8AC3E}">
        <p14:creationId xmlns:p14="http://schemas.microsoft.com/office/powerpoint/2010/main" val="32219693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i="0" u="none" strike="noStrike" kern="1200" dirty="0" err="1">
                <a:solidFill>
                  <a:schemeClr val="tx1"/>
                </a:solidFill>
                <a:effectLst/>
                <a:latin typeface="+mn-lt"/>
                <a:ea typeface="+mn-ea"/>
                <a:cs typeface="+mn-cs"/>
              </a:rPr>
              <a:t>XGBoost</a:t>
            </a:r>
            <a:r>
              <a:rPr lang="en-GB" sz="1200" b="0" i="0" u="none" strike="noStrike" kern="1200" dirty="0">
                <a:solidFill>
                  <a:schemeClr val="tx1"/>
                </a:solidFill>
                <a:effectLst/>
                <a:latin typeface="+mn-lt"/>
                <a:ea typeface="+mn-ea"/>
                <a:cs typeface="+mn-cs"/>
              </a:rPr>
              <a:t> — who studies the recipe (the data) and learns how different ingredients (features) like past energy use, temperature, and patterns over time affect energy consumption.</a:t>
            </a:r>
            <a:endParaRPr lang="en-US" dirty="0"/>
          </a:p>
        </p:txBody>
      </p:sp>
      <p:sp>
        <p:nvSpPr>
          <p:cNvPr id="4" name="Slide Number Placeholder 3"/>
          <p:cNvSpPr>
            <a:spLocks noGrp="1"/>
          </p:cNvSpPr>
          <p:nvPr>
            <p:ph type="sldNum" sz="quarter" idx="5"/>
          </p:nvPr>
        </p:nvSpPr>
        <p:spPr/>
        <p:txBody>
          <a:bodyPr/>
          <a:lstStyle/>
          <a:p>
            <a:fld id="{C9120AFC-0302-2947-BAA7-64BD0D626687}" type="slidenum">
              <a:rPr lang="en-US" smtClean="0"/>
              <a:t>17</a:t>
            </a:fld>
            <a:endParaRPr lang="en-US"/>
          </a:p>
        </p:txBody>
      </p:sp>
    </p:spTree>
    <p:extLst>
      <p:ext uri="{BB962C8B-B14F-4D97-AF65-F5344CB8AC3E}">
        <p14:creationId xmlns:p14="http://schemas.microsoft.com/office/powerpoint/2010/main" val="38264017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200" b="0" i="0" u="none" strike="noStrike" kern="1200" dirty="0">
              <a:solidFill>
                <a:schemeClr val="tx1"/>
              </a:solidFill>
              <a:effectLst/>
              <a:latin typeface="+mn-lt"/>
              <a:ea typeface="+mn-ea"/>
              <a:cs typeface="+mn-cs"/>
            </a:endParaRPr>
          </a:p>
          <a:p>
            <a:r>
              <a:rPr lang="en-GB" sz="1200" b="1" i="0" u="none" strike="noStrike" kern="1200" dirty="0">
                <a:solidFill>
                  <a:schemeClr val="tx1"/>
                </a:solidFill>
                <a:effectLst/>
                <a:latin typeface="+mn-lt"/>
                <a:ea typeface="+mn-ea"/>
                <a:cs typeface="+mn-cs"/>
              </a:rPr>
              <a:t>Training data</a:t>
            </a:r>
            <a:r>
              <a:rPr lang="en-GB" sz="1200" b="0" i="0" u="none" strike="noStrike" kern="1200" dirty="0">
                <a:solidFill>
                  <a:schemeClr val="tx1"/>
                </a:solidFill>
                <a:effectLst/>
                <a:latin typeface="+mn-lt"/>
                <a:ea typeface="+mn-ea"/>
                <a:cs typeface="+mn-cs"/>
              </a:rPr>
              <a:t> teaches the model.</a:t>
            </a:r>
          </a:p>
          <a:p>
            <a:r>
              <a:rPr lang="en-GB" sz="1200" b="1" i="0" u="none" strike="noStrike" kern="1200" dirty="0">
                <a:solidFill>
                  <a:schemeClr val="tx1"/>
                </a:solidFill>
                <a:effectLst/>
                <a:latin typeface="+mn-lt"/>
                <a:ea typeface="+mn-ea"/>
                <a:cs typeface="+mn-cs"/>
              </a:rPr>
              <a:t>Validation data</a:t>
            </a:r>
            <a:r>
              <a:rPr lang="en-GB" sz="1200" b="0" i="0" u="none" strike="noStrike" kern="1200" dirty="0">
                <a:solidFill>
                  <a:schemeClr val="tx1"/>
                </a:solidFill>
                <a:effectLst/>
                <a:latin typeface="+mn-lt"/>
                <a:ea typeface="+mn-ea"/>
                <a:cs typeface="+mn-cs"/>
              </a:rPr>
              <a:t> checks how well it’s learning during training.</a:t>
            </a:r>
          </a:p>
          <a:p>
            <a:r>
              <a:rPr lang="en-GB" sz="1200" b="1" i="0" u="none" strike="noStrike" kern="1200" dirty="0">
                <a:solidFill>
                  <a:schemeClr val="tx1"/>
                </a:solidFill>
                <a:effectLst/>
                <a:latin typeface="+mn-lt"/>
                <a:ea typeface="+mn-ea"/>
                <a:cs typeface="+mn-cs"/>
              </a:rPr>
              <a:t>Test data</a:t>
            </a:r>
            <a:r>
              <a:rPr lang="en-GB" sz="1200" b="0" i="0" u="none" strike="noStrike" kern="1200" dirty="0">
                <a:solidFill>
                  <a:schemeClr val="tx1"/>
                </a:solidFill>
                <a:effectLst/>
                <a:latin typeface="+mn-lt"/>
                <a:ea typeface="+mn-ea"/>
                <a:cs typeface="+mn-cs"/>
              </a:rPr>
              <a:t> is the final exam — it tells us how the model performs on unseen data.</a:t>
            </a:r>
          </a:p>
          <a:p>
            <a:endParaRPr lang="en-US" dirty="0"/>
          </a:p>
        </p:txBody>
      </p:sp>
      <p:sp>
        <p:nvSpPr>
          <p:cNvPr id="4" name="Slide Number Placeholder 3"/>
          <p:cNvSpPr>
            <a:spLocks noGrp="1"/>
          </p:cNvSpPr>
          <p:nvPr>
            <p:ph type="sldNum" sz="quarter" idx="5"/>
          </p:nvPr>
        </p:nvSpPr>
        <p:spPr/>
        <p:txBody>
          <a:bodyPr/>
          <a:lstStyle/>
          <a:p>
            <a:fld id="{C9120AFC-0302-2947-BAA7-64BD0D626687}" type="slidenum">
              <a:rPr lang="en-US" smtClean="0"/>
              <a:t>18</a:t>
            </a:fld>
            <a:endParaRPr lang="en-US"/>
          </a:p>
        </p:txBody>
      </p:sp>
    </p:spTree>
    <p:extLst>
      <p:ext uri="{BB962C8B-B14F-4D97-AF65-F5344CB8AC3E}">
        <p14:creationId xmlns:p14="http://schemas.microsoft.com/office/powerpoint/2010/main" val="26916414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you can see in fold 1, the data has a much higher error than fold 50.</a:t>
            </a:r>
            <a:r>
              <a:rPr lang="en-GB" sz="1200" b="0" i="0" u="none" strike="noStrike" kern="1200" dirty="0">
                <a:solidFill>
                  <a:schemeClr val="tx1"/>
                </a:solidFill>
                <a:effectLst/>
                <a:latin typeface="+mn-lt"/>
                <a:ea typeface="+mn-ea"/>
                <a:cs typeface="+mn-cs"/>
              </a:rPr>
              <a:t> This clearly shows that as the model sees more recent and relevant data through </a:t>
            </a:r>
            <a:r>
              <a:rPr lang="en-GB" sz="1200" b="1" i="0" u="none" strike="noStrike" kern="1200" dirty="0">
                <a:solidFill>
                  <a:schemeClr val="tx1"/>
                </a:solidFill>
                <a:effectLst/>
                <a:latin typeface="+mn-lt"/>
                <a:ea typeface="+mn-ea"/>
                <a:cs typeface="+mn-cs"/>
              </a:rPr>
              <a:t>rolling window validation</a:t>
            </a:r>
            <a:r>
              <a:rPr lang="en-GB" sz="1200" b="0" i="0" u="none" strike="noStrike" kern="1200" dirty="0">
                <a:solidFill>
                  <a:schemeClr val="tx1"/>
                </a:solidFill>
                <a:effectLst/>
                <a:latin typeface="+mn-lt"/>
                <a:ea typeface="+mn-ea"/>
                <a:cs typeface="+mn-cs"/>
              </a:rPr>
              <a:t>, it learns patterns better, and its performance improves significantly. In time series modelling, respecting the timeline isn't just best practice — it's essential. Our results prove that with the right data, thoughtful features, and time-aware validation, model performance becomes more reliable and more realistic.</a:t>
            </a:r>
            <a:endParaRPr lang="en-US" dirty="0"/>
          </a:p>
        </p:txBody>
      </p:sp>
      <p:sp>
        <p:nvSpPr>
          <p:cNvPr id="4" name="Slide Number Placeholder 3"/>
          <p:cNvSpPr>
            <a:spLocks noGrp="1"/>
          </p:cNvSpPr>
          <p:nvPr>
            <p:ph type="sldNum" sz="quarter" idx="5"/>
          </p:nvPr>
        </p:nvSpPr>
        <p:spPr/>
        <p:txBody>
          <a:bodyPr/>
          <a:lstStyle/>
          <a:p>
            <a:fld id="{C9120AFC-0302-2947-BAA7-64BD0D626687}" type="slidenum">
              <a:rPr lang="en-US" smtClean="0"/>
              <a:t>19</a:t>
            </a:fld>
            <a:endParaRPr lang="en-US"/>
          </a:p>
        </p:txBody>
      </p:sp>
    </p:spTree>
    <p:extLst>
      <p:ext uri="{BB962C8B-B14F-4D97-AF65-F5344CB8AC3E}">
        <p14:creationId xmlns:p14="http://schemas.microsoft.com/office/powerpoint/2010/main" val="35302199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120AFC-0302-2947-BAA7-64BD0D626687}" type="slidenum">
              <a:rPr lang="en-US" smtClean="0"/>
              <a:t>20</a:t>
            </a:fld>
            <a:endParaRPr lang="en-US"/>
          </a:p>
        </p:txBody>
      </p:sp>
    </p:spTree>
    <p:extLst>
      <p:ext uri="{BB962C8B-B14F-4D97-AF65-F5344CB8AC3E}">
        <p14:creationId xmlns:p14="http://schemas.microsoft.com/office/powerpoint/2010/main" val="5911750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GB"/>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DCF675DE-3FC2-8B4F-B763-8D498D082D9E}" type="datetimeFigureOut">
              <a:rPr lang="en-US" smtClean="0"/>
              <a:t>8/13/25</a:t>
            </a:fld>
            <a:endParaRPr lang="en-US"/>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US"/>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7C033247-6A47-3548-B09D-A714845A8016}" type="slidenum">
              <a:rPr lang="en-US" smtClean="0"/>
              <a:t>‹#›</a:t>
            </a:fld>
            <a:endParaRPr lang="en-US"/>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325808782"/>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CF675DE-3FC2-8B4F-B763-8D498D082D9E}" type="datetimeFigureOut">
              <a:rPr lang="en-US" smtClean="0"/>
              <a:t>8/13/25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033247-6A47-3548-B09D-A714845A8016}" type="slidenum">
              <a:rPr lang="en-US" smtClean="0"/>
              <a:t>‹#›</a:t>
            </a:fld>
            <a:endParaRPr lang="en-US"/>
          </a:p>
        </p:txBody>
      </p:sp>
    </p:spTree>
    <p:extLst>
      <p:ext uri="{BB962C8B-B14F-4D97-AF65-F5344CB8AC3E}">
        <p14:creationId xmlns:p14="http://schemas.microsoft.com/office/powerpoint/2010/main" val="983509759"/>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GB"/>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DCF675DE-3FC2-8B4F-B763-8D498D082D9E}" type="datetimeFigureOut">
              <a:rPr lang="en-US" smtClean="0"/>
              <a:t>8/13/25</a:t>
            </a:fld>
            <a:endParaRPr lang="en-US"/>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US"/>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7C033247-6A47-3548-B09D-A714845A8016}" type="slidenum">
              <a:rPr lang="en-US" smtClean="0"/>
              <a:t>‹#›</a:t>
            </a:fld>
            <a:endParaRPr lang="en-US"/>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9339185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DCF675DE-3FC2-8B4F-B763-8D498D082D9E}" type="datetimeFigureOut">
              <a:rPr lang="en-US" smtClean="0"/>
              <a:t>8/13/25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033247-6A47-3548-B09D-A714845A8016}" type="slidenum">
              <a:rPr lang="en-US" smtClean="0"/>
              <a:t>‹#›</a:t>
            </a:fld>
            <a:endParaRPr lang="en-US"/>
          </a:p>
        </p:txBody>
      </p:sp>
    </p:spTree>
    <p:extLst>
      <p:ext uri="{BB962C8B-B14F-4D97-AF65-F5344CB8AC3E}">
        <p14:creationId xmlns:p14="http://schemas.microsoft.com/office/powerpoint/2010/main" val="2433543137"/>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GB"/>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DCF675DE-3FC2-8B4F-B763-8D498D082D9E}" type="datetimeFigureOut">
              <a:rPr lang="en-US" smtClean="0"/>
              <a:t>8/13/25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C033247-6A47-3548-B09D-A714845A8016}" type="slidenum">
              <a:rPr lang="en-US" smtClean="0"/>
              <a:t>‹#›</a:t>
            </a:fld>
            <a:endParaRPr lang="en-US"/>
          </a:p>
        </p:txBody>
      </p:sp>
    </p:spTree>
    <p:extLst>
      <p:ext uri="{BB962C8B-B14F-4D97-AF65-F5344CB8AC3E}">
        <p14:creationId xmlns:p14="http://schemas.microsoft.com/office/powerpoint/2010/main" val="3593111505"/>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DCF675DE-3FC2-8B4F-B763-8D498D082D9E}" type="datetimeFigureOut">
              <a:rPr lang="en-US" smtClean="0"/>
              <a:t>8/13/25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C033247-6A47-3548-B09D-A714845A8016}" type="slidenum">
              <a:rPr lang="en-US" smtClean="0"/>
              <a:t>‹#›</a:t>
            </a:fld>
            <a:endParaRPr lang="en-US"/>
          </a:p>
        </p:txBody>
      </p:sp>
    </p:spTree>
    <p:extLst>
      <p:ext uri="{BB962C8B-B14F-4D97-AF65-F5344CB8AC3E}">
        <p14:creationId xmlns:p14="http://schemas.microsoft.com/office/powerpoint/2010/main" val="4158902144"/>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CF675DE-3FC2-8B4F-B763-8D498D082D9E}" type="datetimeFigureOut">
              <a:rPr lang="en-US" smtClean="0"/>
              <a:t>8/13/25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C033247-6A47-3548-B09D-A714845A8016}" type="slidenum">
              <a:rPr lang="en-US" smtClean="0"/>
              <a:t>‹#›</a:t>
            </a:fld>
            <a:endParaRPr lang="en-US"/>
          </a:p>
        </p:txBody>
      </p:sp>
    </p:spTree>
    <p:extLst>
      <p:ext uri="{BB962C8B-B14F-4D97-AF65-F5344CB8AC3E}">
        <p14:creationId xmlns:p14="http://schemas.microsoft.com/office/powerpoint/2010/main" val="96649556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GB"/>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65051" y="6375679"/>
            <a:ext cx="1233355" cy="348462"/>
          </a:xfrm>
        </p:spPr>
        <p:txBody>
          <a:bodyPr/>
          <a:lstStyle/>
          <a:p>
            <a:fld id="{DCF675DE-3FC2-8B4F-B763-8D498D082D9E}" type="datetimeFigureOut">
              <a:rPr lang="en-US" smtClean="0"/>
              <a:t>8/13/25</a:t>
            </a:fld>
            <a:endParaRPr lang="en-US"/>
          </a:p>
        </p:txBody>
      </p:sp>
      <p:sp>
        <p:nvSpPr>
          <p:cNvPr id="6" name="Footer Placeholder 5"/>
          <p:cNvSpPr>
            <a:spLocks noGrp="1"/>
          </p:cNvSpPr>
          <p:nvPr>
            <p:ph type="ftr" sz="quarter" idx="11"/>
          </p:nvPr>
        </p:nvSpPr>
        <p:spPr>
          <a:xfrm>
            <a:off x="2103620" y="6375679"/>
            <a:ext cx="3482179" cy="345796"/>
          </a:xfrm>
        </p:spPr>
        <p:txBody>
          <a:bodyPr/>
          <a:lstStyle/>
          <a:p>
            <a:endParaRPr lang="en-US"/>
          </a:p>
        </p:txBody>
      </p:sp>
      <p:sp>
        <p:nvSpPr>
          <p:cNvPr id="7" name="Slide Number Placeholder 6"/>
          <p:cNvSpPr>
            <a:spLocks noGrp="1"/>
          </p:cNvSpPr>
          <p:nvPr>
            <p:ph type="sldNum" sz="quarter" idx="12"/>
          </p:nvPr>
        </p:nvSpPr>
        <p:spPr>
          <a:xfrm>
            <a:off x="5691014" y="6375679"/>
            <a:ext cx="1232456" cy="345796"/>
          </a:xfrm>
        </p:spPr>
        <p:txBody>
          <a:bodyPr/>
          <a:lstStyle/>
          <a:p>
            <a:fld id="{7C033247-6A47-3548-B09D-A714845A8016}" type="slidenum">
              <a:rPr lang="en-US" smtClean="0"/>
              <a:t>‹#›</a:t>
            </a:fld>
            <a:endParaRPr lang="en-US"/>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16118903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GB"/>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65950" y="6375679"/>
            <a:ext cx="1232456" cy="348462"/>
          </a:xfrm>
        </p:spPr>
        <p:txBody>
          <a:bodyPr/>
          <a:lstStyle/>
          <a:p>
            <a:fld id="{DCF675DE-3FC2-8B4F-B763-8D498D082D9E}" type="datetimeFigureOut">
              <a:rPr lang="en-US" smtClean="0"/>
              <a:t>8/13/25</a:t>
            </a:fld>
            <a:endParaRPr lang="en-US"/>
          </a:p>
        </p:txBody>
      </p:sp>
      <p:sp>
        <p:nvSpPr>
          <p:cNvPr id="6" name="Footer Placeholder 5"/>
          <p:cNvSpPr>
            <a:spLocks noGrp="1"/>
          </p:cNvSpPr>
          <p:nvPr>
            <p:ph type="ftr" sz="quarter" idx="11"/>
          </p:nvPr>
        </p:nvSpPr>
        <p:spPr>
          <a:xfrm>
            <a:off x="2103621" y="6375679"/>
            <a:ext cx="3482178" cy="345796"/>
          </a:xfrm>
        </p:spPr>
        <p:txBody>
          <a:bodyPr/>
          <a:lstStyle/>
          <a:p>
            <a:endParaRPr lang="en-US"/>
          </a:p>
        </p:txBody>
      </p:sp>
      <p:sp>
        <p:nvSpPr>
          <p:cNvPr id="7" name="Slide Number Placeholder 6"/>
          <p:cNvSpPr>
            <a:spLocks noGrp="1"/>
          </p:cNvSpPr>
          <p:nvPr>
            <p:ph type="sldNum" sz="quarter" idx="12"/>
          </p:nvPr>
        </p:nvSpPr>
        <p:spPr>
          <a:xfrm>
            <a:off x="5687568" y="6375679"/>
            <a:ext cx="1234440" cy="345796"/>
          </a:xfrm>
        </p:spPr>
        <p:txBody>
          <a:bodyPr/>
          <a:lstStyle/>
          <a:p>
            <a:fld id="{7C033247-6A47-3548-B09D-A714845A8016}" type="slidenum">
              <a:rPr lang="en-US" smtClean="0"/>
              <a:t>‹#›</a:t>
            </a:fld>
            <a:endParaRPr lang="en-US"/>
          </a:p>
        </p:txBody>
      </p:sp>
    </p:spTree>
    <p:extLst>
      <p:ext uri="{BB962C8B-B14F-4D97-AF65-F5344CB8AC3E}">
        <p14:creationId xmlns:p14="http://schemas.microsoft.com/office/powerpoint/2010/main" val="1495402905"/>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CF675DE-3FC2-8B4F-B763-8D498D082D9E}" type="datetimeFigureOut">
              <a:rPr lang="en-US" smtClean="0"/>
              <a:t>8/13/25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033247-6A47-3548-B09D-A714845A8016}" type="slidenum">
              <a:rPr lang="en-US" smtClean="0"/>
              <a:t>‹#›</a:t>
            </a:fld>
            <a:endParaRPr lang="en-US"/>
          </a:p>
        </p:txBody>
      </p:sp>
    </p:spTree>
    <p:extLst>
      <p:ext uri="{BB962C8B-B14F-4D97-AF65-F5344CB8AC3E}">
        <p14:creationId xmlns:p14="http://schemas.microsoft.com/office/powerpoint/2010/main" val="130796847"/>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CF675DE-3FC2-8B4F-B763-8D498D082D9E}" type="datetimeFigureOut">
              <a:rPr lang="en-US" smtClean="0"/>
              <a:t>8/13/25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033247-6A47-3548-B09D-A714845A8016}" type="slidenum">
              <a:rPr lang="en-US" smtClean="0"/>
              <a:t>‹#›</a:t>
            </a:fld>
            <a:endParaRPr lang="en-US"/>
          </a:p>
        </p:txBody>
      </p:sp>
    </p:spTree>
    <p:extLst>
      <p:ext uri="{BB962C8B-B14F-4D97-AF65-F5344CB8AC3E}">
        <p14:creationId xmlns:p14="http://schemas.microsoft.com/office/powerpoint/2010/main" val="611312279"/>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DCF675DE-3FC2-8B4F-B763-8D498D082D9E}" type="datetimeFigureOut">
              <a:rPr lang="en-US" smtClean="0"/>
              <a:t>8/13/25</a:t>
            </a:fld>
            <a:endParaRPr lang="en-US"/>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7C033247-6A47-3548-B09D-A714845A8016}" type="slidenum">
              <a:rPr lang="en-US" smtClean="0"/>
              <a:t>‹#›</a:t>
            </a:fld>
            <a:endParaRPr lang="en-US"/>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517524019"/>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8.jpeg"/><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D61AF6E9-4B93-40B2-8B38-913458C949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1" y="0"/>
            <a:ext cx="1219199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903D557-FB50-B3FE-169A-F6C7436590EA}"/>
              </a:ext>
            </a:extLst>
          </p:cNvPr>
          <p:cNvSpPr>
            <a:spLocks noGrp="1"/>
          </p:cNvSpPr>
          <p:nvPr>
            <p:ph type="ctrTitle"/>
          </p:nvPr>
        </p:nvSpPr>
        <p:spPr>
          <a:xfrm>
            <a:off x="0" y="954923"/>
            <a:ext cx="6519697" cy="4656552"/>
          </a:xfrm>
        </p:spPr>
        <p:txBody>
          <a:bodyPr>
            <a:normAutofit/>
          </a:bodyPr>
          <a:lstStyle/>
          <a:p>
            <a:r>
              <a:rPr lang="en-US" sz="6200" dirty="0">
                <a:latin typeface="ADLaM Display" panose="020F0502020204030204" pitchFamily="34" charset="0"/>
                <a:cs typeface="ADLaM Display" panose="020F0502020204030204" pitchFamily="34" charset="0"/>
              </a:rPr>
              <a:t>MY JOURNEY at</a:t>
            </a:r>
          </a:p>
        </p:txBody>
      </p:sp>
      <p:sp>
        <p:nvSpPr>
          <p:cNvPr id="40" name="Freeform 22">
            <a:extLst>
              <a:ext uri="{FF2B5EF4-FFF2-40B4-BE49-F238E27FC236}">
                <a16:creationId xmlns:a16="http://schemas.microsoft.com/office/drawing/2014/main" id="{ABC09BDB-AC6B-4DE3-8EA9-4C713A504F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flipH="1">
            <a:off x="6909478" y="0"/>
            <a:ext cx="5282519" cy="6858000"/>
          </a:xfrm>
          <a:custGeom>
            <a:avLst/>
            <a:gdLst>
              <a:gd name="connsiteX0" fmla="*/ 0 w 4992864"/>
              <a:gd name="connsiteY0" fmla="*/ 0 h 6858000"/>
              <a:gd name="connsiteX1" fmla="*/ 4813476 w 4992864"/>
              <a:gd name="connsiteY1" fmla="*/ 0 h 6858000"/>
              <a:gd name="connsiteX2" fmla="*/ 4818239 w 4992864"/>
              <a:gd name="connsiteY2" fmla="*/ 66675 h 6858000"/>
              <a:gd name="connsiteX3" fmla="*/ 4826176 w 4992864"/>
              <a:gd name="connsiteY3" fmla="*/ 122237 h 6858000"/>
              <a:gd name="connsiteX4" fmla="*/ 4835701 w 4992864"/>
              <a:gd name="connsiteY4" fmla="*/ 174625 h 6858000"/>
              <a:gd name="connsiteX5" fmla="*/ 4851576 w 4992864"/>
              <a:gd name="connsiteY5" fmla="*/ 217487 h 6858000"/>
              <a:gd name="connsiteX6" fmla="*/ 4867451 w 4992864"/>
              <a:gd name="connsiteY6" fmla="*/ 260350 h 6858000"/>
              <a:gd name="connsiteX7" fmla="*/ 4886501 w 4992864"/>
              <a:gd name="connsiteY7" fmla="*/ 296862 h 6858000"/>
              <a:gd name="connsiteX8" fmla="*/ 4905551 w 4992864"/>
              <a:gd name="connsiteY8" fmla="*/ 334962 h 6858000"/>
              <a:gd name="connsiteX9" fmla="*/ 4923014 w 4992864"/>
              <a:gd name="connsiteY9" fmla="*/ 369887 h 6858000"/>
              <a:gd name="connsiteX10" fmla="*/ 4940476 w 4992864"/>
              <a:gd name="connsiteY10" fmla="*/ 409575 h 6858000"/>
              <a:gd name="connsiteX11" fmla="*/ 4956351 w 4992864"/>
              <a:gd name="connsiteY11" fmla="*/ 450850 h 6858000"/>
              <a:gd name="connsiteX12" fmla="*/ 4970639 w 4992864"/>
              <a:gd name="connsiteY12" fmla="*/ 496887 h 6858000"/>
              <a:gd name="connsiteX13" fmla="*/ 4981751 w 4992864"/>
              <a:gd name="connsiteY13" fmla="*/ 546100 h 6858000"/>
              <a:gd name="connsiteX14" fmla="*/ 4989689 w 4992864"/>
              <a:gd name="connsiteY14" fmla="*/ 606425 h 6858000"/>
              <a:gd name="connsiteX15" fmla="*/ 4992864 w 4992864"/>
              <a:gd name="connsiteY15" fmla="*/ 673100 h 6858000"/>
              <a:gd name="connsiteX16" fmla="*/ 4989689 w 4992864"/>
              <a:gd name="connsiteY16" fmla="*/ 744537 h 6858000"/>
              <a:gd name="connsiteX17" fmla="*/ 4981751 w 4992864"/>
              <a:gd name="connsiteY17" fmla="*/ 801687 h 6858000"/>
              <a:gd name="connsiteX18" fmla="*/ 4970639 w 4992864"/>
              <a:gd name="connsiteY18" fmla="*/ 854075 h 6858000"/>
              <a:gd name="connsiteX19" fmla="*/ 4956351 w 4992864"/>
              <a:gd name="connsiteY19" fmla="*/ 901700 h 6858000"/>
              <a:gd name="connsiteX20" fmla="*/ 4940476 w 4992864"/>
              <a:gd name="connsiteY20" fmla="*/ 942975 h 6858000"/>
              <a:gd name="connsiteX21" fmla="*/ 4921426 w 4992864"/>
              <a:gd name="connsiteY21" fmla="*/ 981075 h 6858000"/>
              <a:gd name="connsiteX22" fmla="*/ 4902376 w 4992864"/>
              <a:gd name="connsiteY22" fmla="*/ 1017587 h 6858000"/>
              <a:gd name="connsiteX23" fmla="*/ 4883326 w 4992864"/>
              <a:gd name="connsiteY23" fmla="*/ 1055687 h 6858000"/>
              <a:gd name="connsiteX24" fmla="*/ 4865864 w 4992864"/>
              <a:gd name="connsiteY24" fmla="*/ 1095375 h 6858000"/>
              <a:gd name="connsiteX25" fmla="*/ 4848401 w 4992864"/>
              <a:gd name="connsiteY25" fmla="*/ 1136650 h 6858000"/>
              <a:gd name="connsiteX26" fmla="*/ 4834114 w 4992864"/>
              <a:gd name="connsiteY26" fmla="*/ 1182687 h 6858000"/>
              <a:gd name="connsiteX27" fmla="*/ 4824589 w 4992864"/>
              <a:gd name="connsiteY27" fmla="*/ 1235075 h 6858000"/>
              <a:gd name="connsiteX28" fmla="*/ 4815064 w 4992864"/>
              <a:gd name="connsiteY28" fmla="*/ 1295400 h 6858000"/>
              <a:gd name="connsiteX29" fmla="*/ 4813476 w 4992864"/>
              <a:gd name="connsiteY29" fmla="*/ 1363662 h 6858000"/>
              <a:gd name="connsiteX30" fmla="*/ 4815064 w 4992864"/>
              <a:gd name="connsiteY30" fmla="*/ 1431925 h 6858000"/>
              <a:gd name="connsiteX31" fmla="*/ 4824589 w 4992864"/>
              <a:gd name="connsiteY31" fmla="*/ 1492250 h 6858000"/>
              <a:gd name="connsiteX32" fmla="*/ 4834114 w 4992864"/>
              <a:gd name="connsiteY32" fmla="*/ 1544637 h 6858000"/>
              <a:gd name="connsiteX33" fmla="*/ 4848401 w 4992864"/>
              <a:gd name="connsiteY33" fmla="*/ 1589087 h 6858000"/>
              <a:gd name="connsiteX34" fmla="*/ 4865864 w 4992864"/>
              <a:gd name="connsiteY34" fmla="*/ 1631950 h 6858000"/>
              <a:gd name="connsiteX35" fmla="*/ 4883326 w 4992864"/>
              <a:gd name="connsiteY35" fmla="*/ 1671637 h 6858000"/>
              <a:gd name="connsiteX36" fmla="*/ 4902376 w 4992864"/>
              <a:gd name="connsiteY36" fmla="*/ 1708150 h 6858000"/>
              <a:gd name="connsiteX37" fmla="*/ 4921426 w 4992864"/>
              <a:gd name="connsiteY37" fmla="*/ 1743075 h 6858000"/>
              <a:gd name="connsiteX38" fmla="*/ 4940476 w 4992864"/>
              <a:gd name="connsiteY38" fmla="*/ 1782762 h 6858000"/>
              <a:gd name="connsiteX39" fmla="*/ 4956351 w 4992864"/>
              <a:gd name="connsiteY39" fmla="*/ 1824037 h 6858000"/>
              <a:gd name="connsiteX40" fmla="*/ 4970639 w 4992864"/>
              <a:gd name="connsiteY40" fmla="*/ 1870075 h 6858000"/>
              <a:gd name="connsiteX41" fmla="*/ 4981751 w 4992864"/>
              <a:gd name="connsiteY41" fmla="*/ 1922462 h 6858000"/>
              <a:gd name="connsiteX42" fmla="*/ 4989689 w 4992864"/>
              <a:gd name="connsiteY42" fmla="*/ 1982787 h 6858000"/>
              <a:gd name="connsiteX43" fmla="*/ 4992864 w 4992864"/>
              <a:gd name="connsiteY43" fmla="*/ 2051050 h 6858000"/>
              <a:gd name="connsiteX44" fmla="*/ 4989689 w 4992864"/>
              <a:gd name="connsiteY44" fmla="*/ 2119312 h 6858000"/>
              <a:gd name="connsiteX45" fmla="*/ 4981751 w 4992864"/>
              <a:gd name="connsiteY45" fmla="*/ 2179637 h 6858000"/>
              <a:gd name="connsiteX46" fmla="*/ 4970639 w 4992864"/>
              <a:gd name="connsiteY46" fmla="*/ 2232025 h 6858000"/>
              <a:gd name="connsiteX47" fmla="*/ 4956351 w 4992864"/>
              <a:gd name="connsiteY47" fmla="*/ 2278062 h 6858000"/>
              <a:gd name="connsiteX48" fmla="*/ 4940476 w 4992864"/>
              <a:gd name="connsiteY48" fmla="*/ 2319337 h 6858000"/>
              <a:gd name="connsiteX49" fmla="*/ 4921426 w 4992864"/>
              <a:gd name="connsiteY49" fmla="*/ 2359025 h 6858000"/>
              <a:gd name="connsiteX50" fmla="*/ 4902376 w 4992864"/>
              <a:gd name="connsiteY50" fmla="*/ 2395537 h 6858000"/>
              <a:gd name="connsiteX51" fmla="*/ 4883326 w 4992864"/>
              <a:gd name="connsiteY51" fmla="*/ 2433637 h 6858000"/>
              <a:gd name="connsiteX52" fmla="*/ 4865864 w 4992864"/>
              <a:gd name="connsiteY52" fmla="*/ 2471737 h 6858000"/>
              <a:gd name="connsiteX53" fmla="*/ 4848401 w 4992864"/>
              <a:gd name="connsiteY53" fmla="*/ 2513012 h 6858000"/>
              <a:gd name="connsiteX54" fmla="*/ 4834114 w 4992864"/>
              <a:gd name="connsiteY54" fmla="*/ 2560637 h 6858000"/>
              <a:gd name="connsiteX55" fmla="*/ 4824589 w 4992864"/>
              <a:gd name="connsiteY55" fmla="*/ 2613025 h 6858000"/>
              <a:gd name="connsiteX56" fmla="*/ 4815064 w 4992864"/>
              <a:gd name="connsiteY56" fmla="*/ 2671762 h 6858000"/>
              <a:gd name="connsiteX57" fmla="*/ 4813476 w 4992864"/>
              <a:gd name="connsiteY57" fmla="*/ 2741612 h 6858000"/>
              <a:gd name="connsiteX58" fmla="*/ 4815064 w 4992864"/>
              <a:gd name="connsiteY58" fmla="*/ 2809875 h 6858000"/>
              <a:gd name="connsiteX59" fmla="*/ 4824589 w 4992864"/>
              <a:gd name="connsiteY59" fmla="*/ 2868612 h 6858000"/>
              <a:gd name="connsiteX60" fmla="*/ 4834114 w 4992864"/>
              <a:gd name="connsiteY60" fmla="*/ 2922587 h 6858000"/>
              <a:gd name="connsiteX61" fmla="*/ 4848401 w 4992864"/>
              <a:gd name="connsiteY61" fmla="*/ 2967037 h 6858000"/>
              <a:gd name="connsiteX62" fmla="*/ 4865864 w 4992864"/>
              <a:gd name="connsiteY62" fmla="*/ 3009900 h 6858000"/>
              <a:gd name="connsiteX63" fmla="*/ 4883326 w 4992864"/>
              <a:gd name="connsiteY63" fmla="*/ 3046412 h 6858000"/>
              <a:gd name="connsiteX64" fmla="*/ 4902376 w 4992864"/>
              <a:gd name="connsiteY64" fmla="*/ 3084512 h 6858000"/>
              <a:gd name="connsiteX65" fmla="*/ 4921426 w 4992864"/>
              <a:gd name="connsiteY65" fmla="*/ 3121025 h 6858000"/>
              <a:gd name="connsiteX66" fmla="*/ 4940476 w 4992864"/>
              <a:gd name="connsiteY66" fmla="*/ 3160712 h 6858000"/>
              <a:gd name="connsiteX67" fmla="*/ 4956351 w 4992864"/>
              <a:gd name="connsiteY67" fmla="*/ 3201987 h 6858000"/>
              <a:gd name="connsiteX68" fmla="*/ 4970639 w 4992864"/>
              <a:gd name="connsiteY68" fmla="*/ 3248025 h 6858000"/>
              <a:gd name="connsiteX69" fmla="*/ 4981751 w 4992864"/>
              <a:gd name="connsiteY69" fmla="*/ 3300412 h 6858000"/>
              <a:gd name="connsiteX70" fmla="*/ 4989689 w 4992864"/>
              <a:gd name="connsiteY70" fmla="*/ 3360737 h 6858000"/>
              <a:gd name="connsiteX71" fmla="*/ 4992864 w 4992864"/>
              <a:gd name="connsiteY71" fmla="*/ 3427412 h 6858000"/>
              <a:gd name="connsiteX72" fmla="*/ 4989689 w 4992864"/>
              <a:gd name="connsiteY72" fmla="*/ 3497262 h 6858000"/>
              <a:gd name="connsiteX73" fmla="*/ 4981751 w 4992864"/>
              <a:gd name="connsiteY73" fmla="*/ 3557587 h 6858000"/>
              <a:gd name="connsiteX74" fmla="*/ 4970639 w 4992864"/>
              <a:gd name="connsiteY74" fmla="*/ 3609975 h 6858000"/>
              <a:gd name="connsiteX75" fmla="*/ 4956351 w 4992864"/>
              <a:gd name="connsiteY75" fmla="*/ 3656012 h 6858000"/>
              <a:gd name="connsiteX76" fmla="*/ 4940476 w 4992864"/>
              <a:gd name="connsiteY76" fmla="*/ 3697287 h 6858000"/>
              <a:gd name="connsiteX77" fmla="*/ 4921426 w 4992864"/>
              <a:gd name="connsiteY77" fmla="*/ 3736975 h 6858000"/>
              <a:gd name="connsiteX78" fmla="*/ 4883326 w 4992864"/>
              <a:gd name="connsiteY78" fmla="*/ 3811587 h 6858000"/>
              <a:gd name="connsiteX79" fmla="*/ 4865864 w 4992864"/>
              <a:gd name="connsiteY79" fmla="*/ 3848100 h 6858000"/>
              <a:gd name="connsiteX80" fmla="*/ 4848401 w 4992864"/>
              <a:gd name="connsiteY80" fmla="*/ 3890962 h 6858000"/>
              <a:gd name="connsiteX81" fmla="*/ 4834114 w 4992864"/>
              <a:gd name="connsiteY81" fmla="*/ 3935412 h 6858000"/>
              <a:gd name="connsiteX82" fmla="*/ 4824589 w 4992864"/>
              <a:gd name="connsiteY82" fmla="*/ 3987800 h 6858000"/>
              <a:gd name="connsiteX83" fmla="*/ 4815064 w 4992864"/>
              <a:gd name="connsiteY83" fmla="*/ 4048125 h 6858000"/>
              <a:gd name="connsiteX84" fmla="*/ 4813476 w 4992864"/>
              <a:gd name="connsiteY84" fmla="*/ 4116387 h 6858000"/>
              <a:gd name="connsiteX85" fmla="*/ 4815064 w 4992864"/>
              <a:gd name="connsiteY85" fmla="*/ 4186237 h 6858000"/>
              <a:gd name="connsiteX86" fmla="*/ 4824589 w 4992864"/>
              <a:gd name="connsiteY86" fmla="*/ 4244975 h 6858000"/>
              <a:gd name="connsiteX87" fmla="*/ 4834114 w 4992864"/>
              <a:gd name="connsiteY87" fmla="*/ 4297362 h 6858000"/>
              <a:gd name="connsiteX88" fmla="*/ 4848401 w 4992864"/>
              <a:gd name="connsiteY88" fmla="*/ 4343400 h 6858000"/>
              <a:gd name="connsiteX89" fmla="*/ 4865864 w 4992864"/>
              <a:gd name="connsiteY89" fmla="*/ 4386262 h 6858000"/>
              <a:gd name="connsiteX90" fmla="*/ 4883326 w 4992864"/>
              <a:gd name="connsiteY90" fmla="*/ 4424362 h 6858000"/>
              <a:gd name="connsiteX91" fmla="*/ 4921426 w 4992864"/>
              <a:gd name="connsiteY91" fmla="*/ 4498975 h 6858000"/>
              <a:gd name="connsiteX92" fmla="*/ 4940476 w 4992864"/>
              <a:gd name="connsiteY92" fmla="*/ 4537075 h 6858000"/>
              <a:gd name="connsiteX93" fmla="*/ 4956351 w 4992864"/>
              <a:gd name="connsiteY93" fmla="*/ 4579937 h 6858000"/>
              <a:gd name="connsiteX94" fmla="*/ 4970639 w 4992864"/>
              <a:gd name="connsiteY94" fmla="*/ 4625975 h 6858000"/>
              <a:gd name="connsiteX95" fmla="*/ 4981751 w 4992864"/>
              <a:gd name="connsiteY95" fmla="*/ 4678362 h 6858000"/>
              <a:gd name="connsiteX96" fmla="*/ 4989689 w 4992864"/>
              <a:gd name="connsiteY96" fmla="*/ 4738687 h 6858000"/>
              <a:gd name="connsiteX97" fmla="*/ 4992864 w 4992864"/>
              <a:gd name="connsiteY97" fmla="*/ 4806950 h 6858000"/>
              <a:gd name="connsiteX98" fmla="*/ 4989689 w 4992864"/>
              <a:gd name="connsiteY98" fmla="*/ 4875212 h 6858000"/>
              <a:gd name="connsiteX99" fmla="*/ 4981751 w 4992864"/>
              <a:gd name="connsiteY99" fmla="*/ 4935537 h 6858000"/>
              <a:gd name="connsiteX100" fmla="*/ 4970639 w 4992864"/>
              <a:gd name="connsiteY100" fmla="*/ 4987925 h 6858000"/>
              <a:gd name="connsiteX101" fmla="*/ 4956351 w 4992864"/>
              <a:gd name="connsiteY101" fmla="*/ 5033962 h 6858000"/>
              <a:gd name="connsiteX102" fmla="*/ 4940476 w 4992864"/>
              <a:gd name="connsiteY102" fmla="*/ 5075237 h 6858000"/>
              <a:gd name="connsiteX103" fmla="*/ 4921426 w 4992864"/>
              <a:gd name="connsiteY103" fmla="*/ 5114925 h 6858000"/>
              <a:gd name="connsiteX104" fmla="*/ 4902376 w 4992864"/>
              <a:gd name="connsiteY104" fmla="*/ 5149850 h 6858000"/>
              <a:gd name="connsiteX105" fmla="*/ 4883326 w 4992864"/>
              <a:gd name="connsiteY105" fmla="*/ 5186362 h 6858000"/>
              <a:gd name="connsiteX106" fmla="*/ 4865864 w 4992864"/>
              <a:gd name="connsiteY106" fmla="*/ 5226050 h 6858000"/>
              <a:gd name="connsiteX107" fmla="*/ 4848401 w 4992864"/>
              <a:gd name="connsiteY107" fmla="*/ 5268912 h 6858000"/>
              <a:gd name="connsiteX108" fmla="*/ 4834114 w 4992864"/>
              <a:gd name="connsiteY108" fmla="*/ 5313362 h 6858000"/>
              <a:gd name="connsiteX109" fmla="*/ 4824589 w 4992864"/>
              <a:gd name="connsiteY109" fmla="*/ 5365750 h 6858000"/>
              <a:gd name="connsiteX110" fmla="*/ 4815064 w 4992864"/>
              <a:gd name="connsiteY110" fmla="*/ 5426075 h 6858000"/>
              <a:gd name="connsiteX111" fmla="*/ 4813476 w 4992864"/>
              <a:gd name="connsiteY111" fmla="*/ 5494337 h 6858000"/>
              <a:gd name="connsiteX112" fmla="*/ 4815064 w 4992864"/>
              <a:gd name="connsiteY112" fmla="*/ 5562600 h 6858000"/>
              <a:gd name="connsiteX113" fmla="*/ 4824589 w 4992864"/>
              <a:gd name="connsiteY113" fmla="*/ 5622925 h 6858000"/>
              <a:gd name="connsiteX114" fmla="*/ 4834114 w 4992864"/>
              <a:gd name="connsiteY114" fmla="*/ 5675312 h 6858000"/>
              <a:gd name="connsiteX115" fmla="*/ 4848401 w 4992864"/>
              <a:gd name="connsiteY115" fmla="*/ 5721350 h 6858000"/>
              <a:gd name="connsiteX116" fmla="*/ 4865864 w 4992864"/>
              <a:gd name="connsiteY116" fmla="*/ 5762625 h 6858000"/>
              <a:gd name="connsiteX117" fmla="*/ 4883326 w 4992864"/>
              <a:gd name="connsiteY117" fmla="*/ 5802312 h 6858000"/>
              <a:gd name="connsiteX118" fmla="*/ 4902376 w 4992864"/>
              <a:gd name="connsiteY118" fmla="*/ 5840412 h 6858000"/>
              <a:gd name="connsiteX119" fmla="*/ 4921426 w 4992864"/>
              <a:gd name="connsiteY119" fmla="*/ 5876925 h 6858000"/>
              <a:gd name="connsiteX120" fmla="*/ 4940476 w 4992864"/>
              <a:gd name="connsiteY120" fmla="*/ 5915025 h 6858000"/>
              <a:gd name="connsiteX121" fmla="*/ 4956351 w 4992864"/>
              <a:gd name="connsiteY121" fmla="*/ 5956300 h 6858000"/>
              <a:gd name="connsiteX122" fmla="*/ 4970639 w 4992864"/>
              <a:gd name="connsiteY122" fmla="*/ 6003925 h 6858000"/>
              <a:gd name="connsiteX123" fmla="*/ 4981751 w 4992864"/>
              <a:gd name="connsiteY123" fmla="*/ 6056312 h 6858000"/>
              <a:gd name="connsiteX124" fmla="*/ 4989689 w 4992864"/>
              <a:gd name="connsiteY124" fmla="*/ 6113462 h 6858000"/>
              <a:gd name="connsiteX125" fmla="*/ 4992864 w 4992864"/>
              <a:gd name="connsiteY125" fmla="*/ 6183312 h 6858000"/>
              <a:gd name="connsiteX126" fmla="*/ 4989689 w 4992864"/>
              <a:gd name="connsiteY126" fmla="*/ 6251575 h 6858000"/>
              <a:gd name="connsiteX127" fmla="*/ 4981751 w 4992864"/>
              <a:gd name="connsiteY127" fmla="*/ 6311900 h 6858000"/>
              <a:gd name="connsiteX128" fmla="*/ 4970639 w 4992864"/>
              <a:gd name="connsiteY128" fmla="*/ 6361112 h 6858000"/>
              <a:gd name="connsiteX129" fmla="*/ 4956351 w 4992864"/>
              <a:gd name="connsiteY129" fmla="*/ 6407150 h 6858000"/>
              <a:gd name="connsiteX130" fmla="*/ 4940476 w 4992864"/>
              <a:gd name="connsiteY130" fmla="*/ 6448425 h 6858000"/>
              <a:gd name="connsiteX131" fmla="*/ 4923014 w 4992864"/>
              <a:gd name="connsiteY131" fmla="*/ 6488112 h 6858000"/>
              <a:gd name="connsiteX132" fmla="*/ 4905551 w 4992864"/>
              <a:gd name="connsiteY132" fmla="*/ 6523037 h 6858000"/>
              <a:gd name="connsiteX133" fmla="*/ 4886501 w 4992864"/>
              <a:gd name="connsiteY133" fmla="*/ 6561137 h 6858000"/>
              <a:gd name="connsiteX134" fmla="*/ 4867451 w 4992864"/>
              <a:gd name="connsiteY134" fmla="*/ 6597650 h 6858000"/>
              <a:gd name="connsiteX135" fmla="*/ 4851576 w 4992864"/>
              <a:gd name="connsiteY135" fmla="*/ 6640512 h 6858000"/>
              <a:gd name="connsiteX136" fmla="*/ 4835701 w 4992864"/>
              <a:gd name="connsiteY136" fmla="*/ 6683375 h 6858000"/>
              <a:gd name="connsiteX137" fmla="*/ 4826176 w 4992864"/>
              <a:gd name="connsiteY137" fmla="*/ 6735762 h 6858000"/>
              <a:gd name="connsiteX138" fmla="*/ 4818239 w 4992864"/>
              <a:gd name="connsiteY138" fmla="*/ 6791325 h 6858000"/>
              <a:gd name="connsiteX139" fmla="*/ 4813476 w 4992864"/>
              <a:gd name="connsiteY139" fmla="*/ 6858000 h 6858000"/>
              <a:gd name="connsiteX140" fmla="*/ 0 w 4992864"/>
              <a:gd name="connsiteY14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Lst>
            <a:rect l="l" t="t" r="r" b="b"/>
            <a:pathLst>
              <a:path w="4992864" h="6858000">
                <a:moveTo>
                  <a:pt x="0" y="0"/>
                </a:moveTo>
                <a:lnTo>
                  <a:pt x="4813476" y="0"/>
                </a:lnTo>
                <a:lnTo>
                  <a:pt x="4818239" y="66675"/>
                </a:lnTo>
                <a:lnTo>
                  <a:pt x="4826176" y="122237"/>
                </a:lnTo>
                <a:lnTo>
                  <a:pt x="4835701" y="174625"/>
                </a:lnTo>
                <a:lnTo>
                  <a:pt x="4851576" y="217487"/>
                </a:lnTo>
                <a:lnTo>
                  <a:pt x="4867451" y="260350"/>
                </a:lnTo>
                <a:lnTo>
                  <a:pt x="4886501" y="296862"/>
                </a:lnTo>
                <a:lnTo>
                  <a:pt x="4905551" y="334962"/>
                </a:lnTo>
                <a:lnTo>
                  <a:pt x="4923014" y="369887"/>
                </a:lnTo>
                <a:lnTo>
                  <a:pt x="4940476" y="409575"/>
                </a:lnTo>
                <a:lnTo>
                  <a:pt x="4956351" y="450850"/>
                </a:lnTo>
                <a:lnTo>
                  <a:pt x="4970639" y="496887"/>
                </a:lnTo>
                <a:lnTo>
                  <a:pt x="4981751" y="546100"/>
                </a:lnTo>
                <a:lnTo>
                  <a:pt x="4989689" y="606425"/>
                </a:lnTo>
                <a:lnTo>
                  <a:pt x="4992864" y="673100"/>
                </a:lnTo>
                <a:lnTo>
                  <a:pt x="4989689" y="744537"/>
                </a:lnTo>
                <a:lnTo>
                  <a:pt x="4981751" y="801687"/>
                </a:lnTo>
                <a:lnTo>
                  <a:pt x="4970639" y="854075"/>
                </a:lnTo>
                <a:lnTo>
                  <a:pt x="4956351" y="901700"/>
                </a:lnTo>
                <a:lnTo>
                  <a:pt x="4940476" y="942975"/>
                </a:lnTo>
                <a:lnTo>
                  <a:pt x="4921426" y="981075"/>
                </a:lnTo>
                <a:lnTo>
                  <a:pt x="4902376" y="1017587"/>
                </a:lnTo>
                <a:lnTo>
                  <a:pt x="4883326" y="1055687"/>
                </a:lnTo>
                <a:lnTo>
                  <a:pt x="4865864" y="1095375"/>
                </a:lnTo>
                <a:lnTo>
                  <a:pt x="4848401" y="1136650"/>
                </a:lnTo>
                <a:lnTo>
                  <a:pt x="4834114" y="1182687"/>
                </a:lnTo>
                <a:lnTo>
                  <a:pt x="4824589" y="1235075"/>
                </a:lnTo>
                <a:lnTo>
                  <a:pt x="4815064" y="1295400"/>
                </a:lnTo>
                <a:lnTo>
                  <a:pt x="4813476" y="1363662"/>
                </a:lnTo>
                <a:lnTo>
                  <a:pt x="4815064" y="1431925"/>
                </a:lnTo>
                <a:lnTo>
                  <a:pt x="4824589" y="1492250"/>
                </a:lnTo>
                <a:lnTo>
                  <a:pt x="4834114" y="1544637"/>
                </a:lnTo>
                <a:lnTo>
                  <a:pt x="4848401" y="1589087"/>
                </a:lnTo>
                <a:lnTo>
                  <a:pt x="4865864" y="1631950"/>
                </a:lnTo>
                <a:lnTo>
                  <a:pt x="4883326" y="1671637"/>
                </a:lnTo>
                <a:lnTo>
                  <a:pt x="4902376" y="1708150"/>
                </a:lnTo>
                <a:lnTo>
                  <a:pt x="4921426" y="1743075"/>
                </a:lnTo>
                <a:lnTo>
                  <a:pt x="4940476" y="1782762"/>
                </a:lnTo>
                <a:lnTo>
                  <a:pt x="4956351" y="1824037"/>
                </a:lnTo>
                <a:lnTo>
                  <a:pt x="4970639" y="1870075"/>
                </a:lnTo>
                <a:lnTo>
                  <a:pt x="4981751" y="1922462"/>
                </a:lnTo>
                <a:lnTo>
                  <a:pt x="4989689" y="1982787"/>
                </a:lnTo>
                <a:lnTo>
                  <a:pt x="4992864" y="2051050"/>
                </a:lnTo>
                <a:lnTo>
                  <a:pt x="4989689" y="2119312"/>
                </a:lnTo>
                <a:lnTo>
                  <a:pt x="4981751" y="2179637"/>
                </a:lnTo>
                <a:lnTo>
                  <a:pt x="4970639" y="2232025"/>
                </a:lnTo>
                <a:lnTo>
                  <a:pt x="4956351" y="2278062"/>
                </a:lnTo>
                <a:lnTo>
                  <a:pt x="4940476" y="2319337"/>
                </a:lnTo>
                <a:lnTo>
                  <a:pt x="4921426" y="2359025"/>
                </a:lnTo>
                <a:lnTo>
                  <a:pt x="4902376" y="2395537"/>
                </a:lnTo>
                <a:lnTo>
                  <a:pt x="4883326" y="2433637"/>
                </a:lnTo>
                <a:lnTo>
                  <a:pt x="4865864" y="2471737"/>
                </a:lnTo>
                <a:lnTo>
                  <a:pt x="4848401" y="2513012"/>
                </a:lnTo>
                <a:lnTo>
                  <a:pt x="4834114" y="2560637"/>
                </a:lnTo>
                <a:lnTo>
                  <a:pt x="4824589" y="2613025"/>
                </a:lnTo>
                <a:lnTo>
                  <a:pt x="4815064" y="2671762"/>
                </a:lnTo>
                <a:lnTo>
                  <a:pt x="4813476" y="2741612"/>
                </a:lnTo>
                <a:lnTo>
                  <a:pt x="4815064" y="2809875"/>
                </a:lnTo>
                <a:lnTo>
                  <a:pt x="4824589" y="2868612"/>
                </a:lnTo>
                <a:lnTo>
                  <a:pt x="4834114" y="2922587"/>
                </a:lnTo>
                <a:lnTo>
                  <a:pt x="4848401" y="2967037"/>
                </a:lnTo>
                <a:lnTo>
                  <a:pt x="4865864" y="3009900"/>
                </a:lnTo>
                <a:lnTo>
                  <a:pt x="4883326" y="3046412"/>
                </a:lnTo>
                <a:lnTo>
                  <a:pt x="4902376" y="3084512"/>
                </a:lnTo>
                <a:lnTo>
                  <a:pt x="4921426" y="3121025"/>
                </a:lnTo>
                <a:lnTo>
                  <a:pt x="4940476" y="3160712"/>
                </a:lnTo>
                <a:lnTo>
                  <a:pt x="4956351" y="3201987"/>
                </a:lnTo>
                <a:lnTo>
                  <a:pt x="4970639" y="3248025"/>
                </a:lnTo>
                <a:lnTo>
                  <a:pt x="4981751" y="3300412"/>
                </a:lnTo>
                <a:lnTo>
                  <a:pt x="4989689" y="3360737"/>
                </a:lnTo>
                <a:lnTo>
                  <a:pt x="4992864" y="3427412"/>
                </a:lnTo>
                <a:lnTo>
                  <a:pt x="4989689" y="3497262"/>
                </a:lnTo>
                <a:lnTo>
                  <a:pt x="4981751" y="3557587"/>
                </a:lnTo>
                <a:lnTo>
                  <a:pt x="4970639" y="3609975"/>
                </a:lnTo>
                <a:lnTo>
                  <a:pt x="4956351" y="3656012"/>
                </a:lnTo>
                <a:lnTo>
                  <a:pt x="4940476" y="3697287"/>
                </a:lnTo>
                <a:lnTo>
                  <a:pt x="4921426" y="3736975"/>
                </a:lnTo>
                <a:lnTo>
                  <a:pt x="4883326" y="3811587"/>
                </a:lnTo>
                <a:lnTo>
                  <a:pt x="4865864" y="3848100"/>
                </a:lnTo>
                <a:lnTo>
                  <a:pt x="4848401" y="3890962"/>
                </a:lnTo>
                <a:lnTo>
                  <a:pt x="4834114" y="3935412"/>
                </a:lnTo>
                <a:lnTo>
                  <a:pt x="4824589" y="3987800"/>
                </a:lnTo>
                <a:lnTo>
                  <a:pt x="4815064" y="4048125"/>
                </a:lnTo>
                <a:lnTo>
                  <a:pt x="4813476" y="4116387"/>
                </a:lnTo>
                <a:lnTo>
                  <a:pt x="4815064" y="4186237"/>
                </a:lnTo>
                <a:lnTo>
                  <a:pt x="4824589" y="4244975"/>
                </a:lnTo>
                <a:lnTo>
                  <a:pt x="4834114" y="4297362"/>
                </a:lnTo>
                <a:lnTo>
                  <a:pt x="4848401" y="4343400"/>
                </a:lnTo>
                <a:lnTo>
                  <a:pt x="4865864" y="4386262"/>
                </a:lnTo>
                <a:lnTo>
                  <a:pt x="4883326" y="4424362"/>
                </a:lnTo>
                <a:lnTo>
                  <a:pt x="4921426" y="4498975"/>
                </a:lnTo>
                <a:lnTo>
                  <a:pt x="4940476" y="4537075"/>
                </a:lnTo>
                <a:lnTo>
                  <a:pt x="4956351" y="4579937"/>
                </a:lnTo>
                <a:lnTo>
                  <a:pt x="4970639" y="4625975"/>
                </a:lnTo>
                <a:lnTo>
                  <a:pt x="4981751" y="4678362"/>
                </a:lnTo>
                <a:lnTo>
                  <a:pt x="4989689" y="4738687"/>
                </a:lnTo>
                <a:lnTo>
                  <a:pt x="4992864" y="4806950"/>
                </a:lnTo>
                <a:lnTo>
                  <a:pt x="4989689" y="4875212"/>
                </a:lnTo>
                <a:lnTo>
                  <a:pt x="4981751" y="4935537"/>
                </a:lnTo>
                <a:lnTo>
                  <a:pt x="4970639" y="4987925"/>
                </a:lnTo>
                <a:lnTo>
                  <a:pt x="4956351" y="5033962"/>
                </a:lnTo>
                <a:lnTo>
                  <a:pt x="4940476" y="5075237"/>
                </a:lnTo>
                <a:lnTo>
                  <a:pt x="4921426" y="5114925"/>
                </a:lnTo>
                <a:lnTo>
                  <a:pt x="4902376" y="5149850"/>
                </a:lnTo>
                <a:lnTo>
                  <a:pt x="4883326" y="5186362"/>
                </a:lnTo>
                <a:lnTo>
                  <a:pt x="4865864" y="5226050"/>
                </a:lnTo>
                <a:lnTo>
                  <a:pt x="4848401" y="5268912"/>
                </a:lnTo>
                <a:lnTo>
                  <a:pt x="4834114" y="5313362"/>
                </a:lnTo>
                <a:lnTo>
                  <a:pt x="4824589" y="5365750"/>
                </a:lnTo>
                <a:lnTo>
                  <a:pt x="4815064" y="5426075"/>
                </a:lnTo>
                <a:lnTo>
                  <a:pt x="4813476" y="5494337"/>
                </a:lnTo>
                <a:lnTo>
                  <a:pt x="4815064" y="5562600"/>
                </a:lnTo>
                <a:lnTo>
                  <a:pt x="4824589" y="5622925"/>
                </a:lnTo>
                <a:lnTo>
                  <a:pt x="4834114" y="5675312"/>
                </a:lnTo>
                <a:lnTo>
                  <a:pt x="4848401" y="5721350"/>
                </a:lnTo>
                <a:lnTo>
                  <a:pt x="4865864" y="5762625"/>
                </a:lnTo>
                <a:lnTo>
                  <a:pt x="4883326" y="5802312"/>
                </a:lnTo>
                <a:lnTo>
                  <a:pt x="4902376" y="5840412"/>
                </a:lnTo>
                <a:lnTo>
                  <a:pt x="4921426" y="5876925"/>
                </a:lnTo>
                <a:lnTo>
                  <a:pt x="4940476" y="5915025"/>
                </a:lnTo>
                <a:lnTo>
                  <a:pt x="4956351" y="5956300"/>
                </a:lnTo>
                <a:lnTo>
                  <a:pt x="4970639" y="6003925"/>
                </a:lnTo>
                <a:lnTo>
                  <a:pt x="4981751" y="6056312"/>
                </a:lnTo>
                <a:lnTo>
                  <a:pt x="4989689" y="6113462"/>
                </a:lnTo>
                <a:lnTo>
                  <a:pt x="4992864" y="6183312"/>
                </a:lnTo>
                <a:lnTo>
                  <a:pt x="4989689" y="6251575"/>
                </a:lnTo>
                <a:lnTo>
                  <a:pt x="4981751" y="6311900"/>
                </a:lnTo>
                <a:lnTo>
                  <a:pt x="4970639" y="6361112"/>
                </a:lnTo>
                <a:lnTo>
                  <a:pt x="4956351" y="6407150"/>
                </a:lnTo>
                <a:lnTo>
                  <a:pt x="4940476" y="6448425"/>
                </a:lnTo>
                <a:lnTo>
                  <a:pt x="4923014" y="6488112"/>
                </a:lnTo>
                <a:lnTo>
                  <a:pt x="4905551" y="6523037"/>
                </a:lnTo>
                <a:lnTo>
                  <a:pt x="4886501" y="6561137"/>
                </a:lnTo>
                <a:lnTo>
                  <a:pt x="4867451" y="6597650"/>
                </a:lnTo>
                <a:lnTo>
                  <a:pt x="4851576" y="6640512"/>
                </a:lnTo>
                <a:lnTo>
                  <a:pt x="4835701" y="6683375"/>
                </a:lnTo>
                <a:lnTo>
                  <a:pt x="4826176" y="6735762"/>
                </a:lnTo>
                <a:lnTo>
                  <a:pt x="4818239" y="6791325"/>
                </a:lnTo>
                <a:lnTo>
                  <a:pt x="4813476" y="6858000"/>
                </a:lnTo>
                <a:lnTo>
                  <a:pt x="0" y="6858000"/>
                </a:lnTo>
                <a:close/>
              </a:path>
            </a:pathLst>
          </a:custGeom>
          <a:solidFill>
            <a:schemeClr val="bg1"/>
          </a:solidFill>
          <a:ln w="0">
            <a:noFill/>
            <a:prstDash val="solid"/>
            <a:round/>
            <a:headEnd/>
            <a:tailEnd/>
          </a:ln>
        </p:spPr>
        <p:txBody>
          <a:bodyPr/>
          <a:lstStyle/>
          <a:p>
            <a:endParaRPr lang="en-US"/>
          </a:p>
        </p:txBody>
      </p:sp>
      <p:pic>
        <p:nvPicPr>
          <p:cNvPr id="6" name="Graphic 5" descr="History">
            <a:extLst>
              <a:ext uri="{FF2B5EF4-FFF2-40B4-BE49-F238E27FC236}">
                <a16:creationId xmlns:a16="http://schemas.microsoft.com/office/drawing/2014/main" id="{A893462F-C515-9473-DB6F-D1E77BF0E95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681533" y="59182"/>
            <a:ext cx="2014321" cy="2014321"/>
          </a:xfrm>
          <a:prstGeom prst="rect">
            <a:avLst/>
          </a:prstGeom>
        </p:spPr>
      </p:pic>
      <p:pic>
        <p:nvPicPr>
          <p:cNvPr id="26" name="Picture 25" descr="A close-up of a sign&#10;&#10;AI-generated content may be incorrect.">
            <a:extLst>
              <a:ext uri="{FF2B5EF4-FFF2-40B4-BE49-F238E27FC236}">
                <a16:creationId xmlns:a16="http://schemas.microsoft.com/office/drawing/2014/main" id="{C08DA905-9BED-1AFD-B8FD-C2E7EF7FC591}"/>
              </a:ext>
            </a:extLst>
          </p:cNvPr>
          <p:cNvPicPr>
            <a:picLocks noChangeAspect="1"/>
          </p:cNvPicPr>
          <p:nvPr/>
        </p:nvPicPr>
        <p:blipFill>
          <a:blip r:embed="rId5"/>
          <a:stretch>
            <a:fillRect/>
          </a:stretch>
        </p:blipFill>
        <p:spPr>
          <a:xfrm>
            <a:off x="7234039" y="2073503"/>
            <a:ext cx="4746020" cy="3167968"/>
          </a:xfrm>
          <a:prstGeom prst="rect">
            <a:avLst/>
          </a:prstGeom>
        </p:spPr>
      </p:pic>
    </p:spTree>
    <p:extLst>
      <p:ext uri="{BB962C8B-B14F-4D97-AF65-F5344CB8AC3E}">
        <p14:creationId xmlns:p14="http://schemas.microsoft.com/office/powerpoint/2010/main" val="16464032"/>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76220-A29D-AC38-EBB6-E6C93E7FD148}"/>
              </a:ext>
            </a:extLst>
          </p:cNvPr>
          <p:cNvSpPr>
            <a:spLocks noGrp="1"/>
          </p:cNvSpPr>
          <p:nvPr>
            <p:ph type="title"/>
          </p:nvPr>
        </p:nvSpPr>
        <p:spPr/>
        <p:txBody>
          <a:bodyPr anchor="ctr">
            <a:normAutofit/>
          </a:bodyPr>
          <a:lstStyle/>
          <a:p>
            <a:r>
              <a:rPr lang="en-US" dirty="0"/>
              <a:t>A WILD 9 WEEKS - WHAT DID I START WITH? </a:t>
            </a:r>
          </a:p>
        </p:txBody>
      </p:sp>
      <p:graphicFrame>
        <p:nvGraphicFramePr>
          <p:cNvPr id="13" name="Content Placeholder 2">
            <a:extLst>
              <a:ext uri="{FF2B5EF4-FFF2-40B4-BE49-F238E27FC236}">
                <a16:creationId xmlns:a16="http://schemas.microsoft.com/office/drawing/2014/main" id="{45CD9196-4AA1-B21E-A993-BECA56814085}"/>
              </a:ext>
            </a:extLst>
          </p:cNvPr>
          <p:cNvGraphicFramePr>
            <a:graphicFrameLocks noGrp="1"/>
          </p:cNvGraphicFramePr>
          <p:nvPr>
            <p:ph idx="1"/>
            <p:extLst>
              <p:ext uri="{D42A27DB-BD31-4B8C-83A1-F6EECF244321}">
                <p14:modId xmlns:p14="http://schemas.microsoft.com/office/powerpoint/2010/main" val="3844784077"/>
              </p:ext>
            </p:extLst>
          </p:nvPr>
        </p:nvGraphicFramePr>
        <p:xfrm>
          <a:off x="1250950" y="2286000"/>
          <a:ext cx="10179050" cy="35941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03984340"/>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39C9A-6E4E-1ED2-C9C7-F8BAE07DDFCF}"/>
              </a:ext>
            </a:extLst>
          </p:cNvPr>
          <p:cNvSpPr>
            <a:spLocks noGrp="1"/>
          </p:cNvSpPr>
          <p:nvPr>
            <p:ph type="title"/>
          </p:nvPr>
        </p:nvSpPr>
        <p:spPr>
          <a:xfrm>
            <a:off x="1251679" y="645107"/>
            <a:ext cx="3384329" cy="1640894"/>
          </a:xfrm>
        </p:spPr>
        <p:txBody>
          <a:bodyPr anchor="t">
            <a:normAutofit/>
          </a:bodyPr>
          <a:lstStyle/>
          <a:p>
            <a:r>
              <a:rPr lang="en-US" sz="3700"/>
              <a:t>What is cloud computing?</a:t>
            </a:r>
          </a:p>
        </p:txBody>
      </p:sp>
      <p:sp>
        <p:nvSpPr>
          <p:cNvPr id="3" name="Content Placeholder 2">
            <a:extLst>
              <a:ext uri="{FF2B5EF4-FFF2-40B4-BE49-F238E27FC236}">
                <a16:creationId xmlns:a16="http://schemas.microsoft.com/office/drawing/2014/main" id="{07FBABCD-1A85-77CE-A729-D82D197E4369}"/>
              </a:ext>
            </a:extLst>
          </p:cNvPr>
          <p:cNvSpPr>
            <a:spLocks noGrp="1"/>
          </p:cNvSpPr>
          <p:nvPr>
            <p:ph idx="1"/>
          </p:nvPr>
        </p:nvSpPr>
        <p:spPr>
          <a:xfrm>
            <a:off x="1251679" y="2286001"/>
            <a:ext cx="3384330" cy="3940844"/>
          </a:xfrm>
        </p:spPr>
        <p:txBody>
          <a:bodyPr>
            <a:normAutofit/>
          </a:bodyPr>
          <a:lstStyle/>
          <a:p>
            <a:pPr>
              <a:lnSpc>
                <a:spcPct val="100000"/>
              </a:lnSpc>
            </a:pPr>
            <a:r>
              <a:rPr lang="en-GB" sz="1700" dirty="0"/>
              <a:t>On-demand availability of computing resources over the internet.</a:t>
            </a:r>
          </a:p>
          <a:p>
            <a:pPr>
              <a:lnSpc>
                <a:spcPct val="100000"/>
              </a:lnSpc>
            </a:pPr>
            <a:r>
              <a:rPr lang="en-GB" sz="1700" dirty="0"/>
              <a:t>It is like renting an apartment instead of buying a house.</a:t>
            </a:r>
          </a:p>
          <a:p>
            <a:pPr marL="0" indent="0">
              <a:lnSpc>
                <a:spcPct val="100000"/>
              </a:lnSpc>
              <a:buNone/>
            </a:pPr>
            <a:r>
              <a:rPr lang="en-GB" sz="1700" b="1" dirty="0"/>
              <a:t>Key Features</a:t>
            </a:r>
            <a:r>
              <a:rPr lang="en-GB" sz="1700" dirty="0"/>
              <a:t>:</a:t>
            </a:r>
          </a:p>
          <a:p>
            <a:pPr>
              <a:lnSpc>
                <a:spcPct val="100000"/>
              </a:lnSpc>
            </a:pPr>
            <a:r>
              <a:rPr lang="en-GB" sz="1700" dirty="0"/>
              <a:t>Scalability</a:t>
            </a:r>
          </a:p>
          <a:p>
            <a:pPr>
              <a:lnSpc>
                <a:spcPct val="100000"/>
              </a:lnSpc>
            </a:pPr>
            <a:r>
              <a:rPr lang="en-GB" sz="1700" dirty="0"/>
              <a:t>Pay-as-you-go pricing</a:t>
            </a:r>
          </a:p>
          <a:p>
            <a:pPr>
              <a:lnSpc>
                <a:spcPct val="100000"/>
              </a:lnSpc>
            </a:pPr>
            <a:r>
              <a:rPr lang="en-GB" sz="1700" dirty="0"/>
              <a:t>High availability</a:t>
            </a:r>
          </a:p>
          <a:p>
            <a:pPr marL="0" indent="0">
              <a:lnSpc>
                <a:spcPct val="100000"/>
              </a:lnSpc>
              <a:buNone/>
            </a:pPr>
            <a:r>
              <a:rPr lang="en-GB" sz="1700" b="1" dirty="0"/>
              <a:t>Cloud Providers</a:t>
            </a:r>
            <a:r>
              <a:rPr lang="en-GB" sz="1700" dirty="0"/>
              <a:t>: AWS, Azure, GCP</a:t>
            </a:r>
          </a:p>
          <a:p>
            <a:pPr>
              <a:lnSpc>
                <a:spcPct val="100000"/>
              </a:lnSpc>
            </a:pPr>
            <a:endParaRPr lang="en-US" sz="1700" dirty="0"/>
          </a:p>
        </p:txBody>
      </p:sp>
      <p:pic>
        <p:nvPicPr>
          <p:cNvPr id="7170" name="Picture 2" descr="What is &quot;The Cloud&quot;? - UK Digital Marketing Blog">
            <a:extLst>
              <a:ext uri="{FF2B5EF4-FFF2-40B4-BE49-F238E27FC236}">
                <a16:creationId xmlns:a16="http://schemas.microsoft.com/office/drawing/2014/main" id="{C8B1A4A7-2F67-163C-2D14-B8EFF74C45BF}"/>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279472" y="1547399"/>
            <a:ext cx="5995465" cy="4496598"/>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1031">
            <a:extLst>
              <a:ext uri="{FF2B5EF4-FFF2-40B4-BE49-F238E27FC236}">
                <a16:creationId xmlns:a16="http://schemas.microsoft.com/office/drawing/2014/main" id="{1B6D3C9A-130F-493B-F822-AFAEDF2CCDBD}"/>
              </a:ext>
            </a:extLst>
          </p:cNvPr>
          <p:cNvSpPr txBox="1">
            <a:spLocks/>
          </p:cNvSpPr>
          <p:nvPr/>
        </p:nvSpPr>
        <p:spPr>
          <a:xfrm>
            <a:off x="6558559" y="473516"/>
            <a:ext cx="3437290" cy="992038"/>
          </a:xfrm>
          <a:prstGeom prst="rect">
            <a:avLst/>
          </a:prstGeom>
        </p:spPr>
        <p:txBody>
          <a:bodyPr vert="horz" lIns="91440" tIns="45720" rIns="91440" bIns="45720" rtlCol="0" anchor="t">
            <a:normAutofit/>
          </a:bodyPr>
          <a:lst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a:lstStyle>
          <a:p>
            <a:pPr marL="0" indent="0" algn="ctr">
              <a:lnSpc>
                <a:spcPct val="100000"/>
              </a:lnSpc>
              <a:buFont typeface="Arial" panose="020B0604020202020204" pitchFamily="34" charset="0"/>
              <a:buNone/>
            </a:pPr>
            <a:r>
              <a:rPr lang="en-US" sz="1600" b="1" cap="all" spc="400" dirty="0">
                <a:solidFill>
                  <a:schemeClr val="tx1"/>
                </a:solidFill>
              </a:rPr>
              <a:t>‘It is somebody else’s computer’</a:t>
            </a:r>
          </a:p>
        </p:txBody>
      </p:sp>
    </p:spTree>
    <p:extLst>
      <p:ext uri="{BB962C8B-B14F-4D97-AF65-F5344CB8AC3E}">
        <p14:creationId xmlns:p14="http://schemas.microsoft.com/office/powerpoint/2010/main" val="2268491655"/>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DDD79-912A-8155-F4B3-9ABC932B2F04}"/>
              </a:ext>
            </a:extLst>
          </p:cNvPr>
          <p:cNvSpPr>
            <a:spLocks noGrp="1"/>
          </p:cNvSpPr>
          <p:nvPr>
            <p:ph type="title"/>
          </p:nvPr>
        </p:nvSpPr>
        <p:spPr/>
        <p:txBody>
          <a:bodyPr/>
          <a:lstStyle/>
          <a:p>
            <a:r>
              <a:rPr lang="en-GB" dirty="0"/>
              <a:t>Introduction to AWS</a:t>
            </a:r>
            <a:endParaRPr lang="en-US" dirty="0"/>
          </a:p>
        </p:txBody>
      </p:sp>
      <p:sp>
        <p:nvSpPr>
          <p:cNvPr id="3" name="Content Placeholder 2">
            <a:extLst>
              <a:ext uri="{FF2B5EF4-FFF2-40B4-BE49-F238E27FC236}">
                <a16:creationId xmlns:a16="http://schemas.microsoft.com/office/drawing/2014/main" id="{3BE51821-BDAF-C6D5-17DF-C73B9B233D4C}"/>
              </a:ext>
            </a:extLst>
          </p:cNvPr>
          <p:cNvSpPr>
            <a:spLocks noGrp="1"/>
          </p:cNvSpPr>
          <p:nvPr>
            <p:ph idx="1"/>
          </p:nvPr>
        </p:nvSpPr>
        <p:spPr/>
        <p:txBody>
          <a:bodyPr/>
          <a:lstStyle/>
          <a:p>
            <a:pPr marL="0" indent="0">
              <a:buNone/>
            </a:pPr>
            <a:r>
              <a:rPr lang="en-GB" b="1" dirty="0"/>
              <a:t>What is AWS?</a:t>
            </a:r>
            <a:r>
              <a:rPr lang="en-GB" dirty="0"/>
              <a:t> Amazon Web Services – leading cloud provider</a:t>
            </a:r>
          </a:p>
          <a:p>
            <a:pPr marL="0" indent="0">
              <a:buNone/>
            </a:pPr>
            <a:r>
              <a:rPr lang="en-GB" b="1" dirty="0"/>
              <a:t>Core Services Used</a:t>
            </a:r>
            <a:r>
              <a:rPr lang="en-GB" dirty="0"/>
              <a:t>:</a:t>
            </a:r>
          </a:p>
          <a:p>
            <a:r>
              <a:rPr lang="en-GB" dirty="0"/>
              <a:t>EC2 (Virtual Servers)</a:t>
            </a:r>
          </a:p>
          <a:p>
            <a:r>
              <a:rPr lang="en-GB" dirty="0"/>
              <a:t>VPC (Networking)</a:t>
            </a:r>
          </a:p>
          <a:p>
            <a:r>
              <a:rPr lang="en-GB" dirty="0"/>
              <a:t>S3 (Storage)</a:t>
            </a:r>
          </a:p>
          <a:p>
            <a:r>
              <a:rPr lang="en-GB" dirty="0"/>
              <a:t>IAM (Access Control)</a:t>
            </a:r>
          </a:p>
          <a:p>
            <a:r>
              <a:rPr lang="en-GB" dirty="0"/>
              <a:t>CloudWatch (Monitoring)</a:t>
            </a:r>
          </a:p>
          <a:p>
            <a:endParaRPr lang="en-US" dirty="0"/>
          </a:p>
        </p:txBody>
      </p:sp>
      <p:pic>
        <p:nvPicPr>
          <p:cNvPr id="4" name="Picture 4" descr="AWS integration with Creative Force = Seamless workflow">
            <a:extLst>
              <a:ext uri="{FF2B5EF4-FFF2-40B4-BE49-F238E27FC236}">
                <a16:creationId xmlns:a16="http://schemas.microsoft.com/office/drawing/2014/main" id="{69F0AC8D-B4CD-7A67-F626-A274838D38C1}"/>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340839" y="2286001"/>
            <a:ext cx="5220789" cy="39155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548236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C9AFB-D649-1BAB-2604-2CB1282D92CB}"/>
              </a:ext>
            </a:extLst>
          </p:cNvPr>
          <p:cNvSpPr>
            <a:spLocks noGrp="1"/>
          </p:cNvSpPr>
          <p:nvPr>
            <p:ph type="title"/>
          </p:nvPr>
        </p:nvSpPr>
        <p:spPr/>
        <p:txBody>
          <a:bodyPr anchor="ctr">
            <a:normAutofit/>
          </a:bodyPr>
          <a:lstStyle/>
          <a:p>
            <a:r>
              <a:rPr lang="en-US" dirty="0"/>
              <a:t>Built a Minecraft server </a:t>
            </a:r>
          </a:p>
        </p:txBody>
      </p:sp>
      <p:graphicFrame>
        <p:nvGraphicFramePr>
          <p:cNvPr id="5" name="Content Placeholder 2">
            <a:extLst>
              <a:ext uri="{FF2B5EF4-FFF2-40B4-BE49-F238E27FC236}">
                <a16:creationId xmlns:a16="http://schemas.microsoft.com/office/drawing/2014/main" id="{3A094785-D2F6-962E-279F-386638374E68}"/>
              </a:ext>
            </a:extLst>
          </p:cNvPr>
          <p:cNvGraphicFramePr>
            <a:graphicFrameLocks noGrp="1"/>
          </p:cNvGraphicFramePr>
          <p:nvPr>
            <p:ph idx="1"/>
            <p:extLst>
              <p:ext uri="{D42A27DB-BD31-4B8C-83A1-F6EECF244321}">
                <p14:modId xmlns:p14="http://schemas.microsoft.com/office/powerpoint/2010/main" val="1045832578"/>
              </p:ext>
            </p:extLst>
          </p:nvPr>
        </p:nvGraphicFramePr>
        <p:xfrm>
          <a:off x="1250950" y="2286000"/>
          <a:ext cx="10179050" cy="35941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1510821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15236-6EE5-8E40-FB53-0C4EE7DD96A0}"/>
              </a:ext>
            </a:extLst>
          </p:cNvPr>
          <p:cNvSpPr>
            <a:spLocks noGrp="1"/>
          </p:cNvSpPr>
          <p:nvPr>
            <p:ph type="title"/>
          </p:nvPr>
        </p:nvSpPr>
        <p:spPr/>
        <p:txBody>
          <a:bodyPr/>
          <a:lstStyle/>
          <a:p>
            <a:r>
              <a:rPr lang="en-GB" dirty="0"/>
              <a:t>Terraform – Infrastructure as Code</a:t>
            </a:r>
            <a:endParaRPr lang="en-US" dirty="0"/>
          </a:p>
        </p:txBody>
      </p:sp>
      <p:sp>
        <p:nvSpPr>
          <p:cNvPr id="3" name="Content Placeholder 2">
            <a:extLst>
              <a:ext uri="{FF2B5EF4-FFF2-40B4-BE49-F238E27FC236}">
                <a16:creationId xmlns:a16="http://schemas.microsoft.com/office/drawing/2014/main" id="{9677AC60-C3DF-66C9-BBA4-739BF5B870E5}"/>
              </a:ext>
            </a:extLst>
          </p:cNvPr>
          <p:cNvSpPr>
            <a:spLocks noGrp="1"/>
          </p:cNvSpPr>
          <p:nvPr>
            <p:ph idx="1"/>
          </p:nvPr>
        </p:nvSpPr>
        <p:spPr/>
        <p:txBody>
          <a:bodyPr/>
          <a:lstStyle/>
          <a:p>
            <a:r>
              <a:rPr lang="en-GB" dirty="0"/>
              <a:t>What is Terraform? Tool for automating infrastructure provisioning</a:t>
            </a:r>
          </a:p>
          <a:p>
            <a:endParaRPr lang="en-US" dirty="0"/>
          </a:p>
        </p:txBody>
      </p:sp>
      <p:graphicFrame>
        <p:nvGraphicFramePr>
          <p:cNvPr id="4" name="Content Placeholder 2">
            <a:extLst>
              <a:ext uri="{FF2B5EF4-FFF2-40B4-BE49-F238E27FC236}">
                <a16:creationId xmlns:a16="http://schemas.microsoft.com/office/drawing/2014/main" id="{4459A8A4-F816-EC97-2D99-4B1F2705CACE}"/>
              </a:ext>
            </a:extLst>
          </p:cNvPr>
          <p:cNvGraphicFramePr>
            <a:graphicFrameLocks/>
          </p:cNvGraphicFramePr>
          <p:nvPr>
            <p:extLst>
              <p:ext uri="{D42A27DB-BD31-4B8C-83A1-F6EECF244321}">
                <p14:modId xmlns:p14="http://schemas.microsoft.com/office/powerpoint/2010/main" val="4133956715"/>
              </p:ext>
            </p:extLst>
          </p:nvPr>
        </p:nvGraphicFramePr>
        <p:xfrm>
          <a:off x="1006475" y="2696976"/>
          <a:ext cx="10179050" cy="35941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68952174"/>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34844-E2F4-B12B-3B98-A1984712E260}"/>
              </a:ext>
            </a:extLst>
          </p:cNvPr>
          <p:cNvSpPr>
            <a:spLocks noGrp="1"/>
          </p:cNvSpPr>
          <p:nvPr>
            <p:ph type="title"/>
          </p:nvPr>
        </p:nvSpPr>
        <p:spPr/>
        <p:txBody>
          <a:bodyPr anchor="ctr">
            <a:normAutofit/>
          </a:bodyPr>
          <a:lstStyle/>
          <a:p>
            <a:r>
              <a:rPr lang="en-US" dirty="0"/>
              <a:t>Why do it all in terraform?</a:t>
            </a:r>
          </a:p>
        </p:txBody>
      </p:sp>
      <p:graphicFrame>
        <p:nvGraphicFramePr>
          <p:cNvPr id="5" name="Content Placeholder 2">
            <a:extLst>
              <a:ext uri="{FF2B5EF4-FFF2-40B4-BE49-F238E27FC236}">
                <a16:creationId xmlns:a16="http://schemas.microsoft.com/office/drawing/2014/main" id="{92E40B25-82C7-98BD-B94D-7F3C2D74F265}"/>
              </a:ext>
            </a:extLst>
          </p:cNvPr>
          <p:cNvGraphicFramePr>
            <a:graphicFrameLocks noGrp="1"/>
          </p:cNvGraphicFramePr>
          <p:nvPr>
            <p:ph idx="1"/>
            <p:extLst>
              <p:ext uri="{D42A27DB-BD31-4B8C-83A1-F6EECF244321}">
                <p14:modId xmlns:p14="http://schemas.microsoft.com/office/powerpoint/2010/main" val="705808046"/>
              </p:ext>
            </p:extLst>
          </p:nvPr>
        </p:nvGraphicFramePr>
        <p:xfrm>
          <a:off x="762000" y="1936563"/>
          <a:ext cx="10891157" cy="40055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11240650"/>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65190-0171-CB7D-85E6-229E985DB336}"/>
              </a:ext>
            </a:extLst>
          </p:cNvPr>
          <p:cNvSpPr>
            <a:spLocks noGrp="1"/>
          </p:cNvSpPr>
          <p:nvPr>
            <p:ph type="title"/>
          </p:nvPr>
        </p:nvSpPr>
        <p:spPr>
          <a:xfrm>
            <a:off x="1251679" y="645106"/>
            <a:ext cx="3384329" cy="5421435"/>
          </a:xfrm>
        </p:spPr>
        <p:txBody>
          <a:bodyPr anchor="ctr">
            <a:normAutofit/>
          </a:bodyPr>
          <a:lstStyle/>
          <a:p>
            <a:r>
              <a:rPr lang="en-US" sz="4000"/>
              <a:t>Built a cloudwatch alarm</a:t>
            </a:r>
          </a:p>
        </p:txBody>
      </p:sp>
      <p:graphicFrame>
        <p:nvGraphicFramePr>
          <p:cNvPr id="5" name="Content Placeholder 2">
            <a:extLst>
              <a:ext uri="{FF2B5EF4-FFF2-40B4-BE49-F238E27FC236}">
                <a16:creationId xmlns:a16="http://schemas.microsoft.com/office/drawing/2014/main" id="{461107C5-98D8-3DA0-FDE2-7124A9788029}"/>
              </a:ext>
            </a:extLst>
          </p:cNvPr>
          <p:cNvGraphicFramePr>
            <a:graphicFrameLocks noGrp="1"/>
          </p:cNvGraphicFramePr>
          <p:nvPr>
            <p:ph idx="1"/>
            <p:extLst>
              <p:ext uri="{D42A27DB-BD31-4B8C-83A1-F6EECF244321}">
                <p14:modId xmlns:p14="http://schemas.microsoft.com/office/powerpoint/2010/main" val="1905750072"/>
              </p:ext>
            </p:extLst>
          </p:nvPr>
        </p:nvGraphicFramePr>
        <p:xfrm>
          <a:off x="5280025" y="644525"/>
          <a:ext cx="5994400" cy="540942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7368595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D6CE9D5-28BB-4329-B5E2-B06131F27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4" name="Rectangle 13">
            <a:extLst>
              <a:ext uri="{FF2B5EF4-FFF2-40B4-BE49-F238E27FC236}">
                <a16:creationId xmlns:a16="http://schemas.microsoft.com/office/drawing/2014/main" id="{8D9F7D40-5D59-4F59-A331-D8F7710AC9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6" name="Freeform 11">
            <a:extLst>
              <a:ext uri="{FF2B5EF4-FFF2-40B4-BE49-F238E27FC236}">
                <a16:creationId xmlns:a16="http://schemas.microsoft.com/office/drawing/2014/main" id="{E2B1BC2F-AEBF-4990-A7F9-197AAF28BC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548664" y="0"/>
            <a:ext cx="4643336"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txBody>
          <a:bodyPr/>
          <a:lstStyle/>
          <a:p>
            <a:endParaRPr lang="en-US"/>
          </a:p>
        </p:txBody>
      </p:sp>
      <p:pic>
        <p:nvPicPr>
          <p:cNvPr id="5" name="Content Placeholder 4" descr="A screenshot of a computer&#10;&#10;AI-generated content may be incorrect.">
            <a:extLst>
              <a:ext uri="{FF2B5EF4-FFF2-40B4-BE49-F238E27FC236}">
                <a16:creationId xmlns:a16="http://schemas.microsoft.com/office/drawing/2014/main" id="{A5CBEC49-FED6-71E9-64E1-C1B48BCE2E2C}"/>
              </a:ext>
            </a:extLst>
          </p:cNvPr>
          <p:cNvPicPr>
            <a:picLocks noChangeAspect="1"/>
          </p:cNvPicPr>
          <p:nvPr/>
        </p:nvPicPr>
        <p:blipFill>
          <a:blip r:embed="rId3"/>
          <a:stretch>
            <a:fillRect/>
          </a:stretch>
        </p:blipFill>
        <p:spPr>
          <a:xfrm>
            <a:off x="820615" y="0"/>
            <a:ext cx="10550771" cy="6858000"/>
          </a:xfrm>
          <a:prstGeom prst="rect">
            <a:avLst/>
          </a:prstGeom>
        </p:spPr>
      </p:pic>
      <p:sp>
        <p:nvSpPr>
          <p:cNvPr id="6" name="Oval 5">
            <a:extLst>
              <a:ext uri="{FF2B5EF4-FFF2-40B4-BE49-F238E27FC236}">
                <a16:creationId xmlns:a16="http://schemas.microsoft.com/office/drawing/2014/main" id="{C824DF2E-13DE-896C-910E-66F6EDC36039}"/>
              </a:ext>
            </a:extLst>
          </p:cNvPr>
          <p:cNvSpPr/>
          <p:nvPr/>
        </p:nvSpPr>
        <p:spPr>
          <a:xfrm>
            <a:off x="10363200" y="1828800"/>
            <a:ext cx="1008185" cy="950976"/>
          </a:xfrm>
          <a:prstGeom prst="ellipse">
            <a:avLst/>
          </a:prstGeom>
          <a:noFill/>
          <a:ln w="571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0" name="TextBox 9">
            <a:extLst>
              <a:ext uri="{FF2B5EF4-FFF2-40B4-BE49-F238E27FC236}">
                <a16:creationId xmlns:a16="http://schemas.microsoft.com/office/drawing/2014/main" id="{92786BD2-DCAF-5D23-CE9C-4BD9FE0C6AEF}"/>
              </a:ext>
            </a:extLst>
          </p:cNvPr>
          <p:cNvSpPr txBox="1"/>
          <p:nvPr/>
        </p:nvSpPr>
        <p:spPr>
          <a:xfrm>
            <a:off x="7257991" y="1316736"/>
            <a:ext cx="1865376" cy="1200329"/>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dirty="0"/>
              <a:t>Shows 5 builds have gone over threshold triggering alarm</a:t>
            </a:r>
          </a:p>
        </p:txBody>
      </p:sp>
      <p:sp>
        <p:nvSpPr>
          <p:cNvPr id="11" name="Oval 10">
            <a:extLst>
              <a:ext uri="{FF2B5EF4-FFF2-40B4-BE49-F238E27FC236}">
                <a16:creationId xmlns:a16="http://schemas.microsoft.com/office/drawing/2014/main" id="{3159CE97-B150-D45E-1E23-7CB109A49BB0}"/>
              </a:ext>
            </a:extLst>
          </p:cNvPr>
          <p:cNvSpPr/>
          <p:nvPr/>
        </p:nvSpPr>
        <p:spPr>
          <a:xfrm>
            <a:off x="2751934" y="3745992"/>
            <a:ext cx="955137" cy="658368"/>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58E85A0C-91DF-5AB8-C5EB-4206524E0A5F}"/>
              </a:ext>
            </a:extLst>
          </p:cNvPr>
          <p:cNvCxnSpPr>
            <a:cxnSpLocks/>
          </p:cNvCxnSpPr>
          <p:nvPr/>
        </p:nvCxnSpPr>
        <p:spPr>
          <a:xfrm>
            <a:off x="8802624" y="1916900"/>
            <a:ext cx="1560576" cy="28375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1675836-C9F3-B12C-2373-6A772D2957FE}"/>
              </a:ext>
            </a:extLst>
          </p:cNvPr>
          <p:cNvCxnSpPr>
            <a:cxnSpLocks/>
          </p:cNvCxnSpPr>
          <p:nvPr/>
        </p:nvCxnSpPr>
        <p:spPr>
          <a:xfrm>
            <a:off x="4767071" y="5356714"/>
            <a:ext cx="1560576" cy="28375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A52D59F5-9307-213D-E3F3-D5F9AC78FDDE}"/>
              </a:ext>
            </a:extLst>
          </p:cNvPr>
          <p:cNvSpPr txBox="1"/>
          <p:nvPr/>
        </p:nvSpPr>
        <p:spPr>
          <a:xfrm>
            <a:off x="3017269" y="4904446"/>
            <a:ext cx="1858373" cy="923330"/>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dirty="0"/>
              <a:t>Will say ‘in-alarm’ when alarm set off</a:t>
            </a:r>
          </a:p>
        </p:txBody>
      </p:sp>
      <p:cxnSp>
        <p:nvCxnSpPr>
          <p:cNvPr id="21" name="Straight Arrow Connector 20">
            <a:extLst>
              <a:ext uri="{FF2B5EF4-FFF2-40B4-BE49-F238E27FC236}">
                <a16:creationId xmlns:a16="http://schemas.microsoft.com/office/drawing/2014/main" id="{6B7C5A9B-E6EF-5097-A08C-0BC7A5A97FD5}"/>
              </a:ext>
            </a:extLst>
          </p:cNvPr>
          <p:cNvCxnSpPr>
            <a:cxnSpLocks/>
          </p:cNvCxnSpPr>
          <p:nvPr/>
        </p:nvCxnSpPr>
        <p:spPr>
          <a:xfrm>
            <a:off x="2036064" y="3230880"/>
            <a:ext cx="877824" cy="65836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300532D3-97C6-F71C-B602-D3BA61750BA8}"/>
              </a:ext>
            </a:extLst>
          </p:cNvPr>
          <p:cNvSpPr/>
          <p:nvPr/>
        </p:nvSpPr>
        <p:spPr>
          <a:xfrm>
            <a:off x="6302854" y="5470180"/>
            <a:ext cx="955137" cy="658368"/>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65883288"/>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FABFA-5DFC-394B-749F-11623D7596B6}"/>
              </a:ext>
            </a:extLst>
          </p:cNvPr>
          <p:cNvSpPr>
            <a:spLocks noGrp="1"/>
          </p:cNvSpPr>
          <p:nvPr>
            <p:ph type="title"/>
          </p:nvPr>
        </p:nvSpPr>
        <p:spPr>
          <a:xfrm>
            <a:off x="1600200" y="4269282"/>
            <a:ext cx="8991600" cy="1264762"/>
          </a:xfrm>
        </p:spPr>
        <p:txBody>
          <a:bodyPr vert="horz" lIns="274320" tIns="182880" rIns="274320" bIns="182880" rtlCol="0" anchor="ctr" anchorCtr="1">
            <a:normAutofit/>
          </a:bodyPr>
          <a:lstStyle/>
          <a:p>
            <a:pPr algn="ctr"/>
            <a:r>
              <a:rPr lang="en-US" sz="3200" dirty="0"/>
              <a:t>Side projects? Forecasting with machine    learning models</a:t>
            </a:r>
          </a:p>
        </p:txBody>
      </p:sp>
      <p:pic>
        <p:nvPicPr>
          <p:cNvPr id="2050" name="Picture 2" descr="Machine Learning in the Medical Field: Use Cases &amp; Challenges">
            <a:extLst>
              <a:ext uri="{FF2B5EF4-FFF2-40B4-BE49-F238E27FC236}">
                <a16:creationId xmlns:a16="http://schemas.microsoft.com/office/drawing/2014/main" id="{89487854-3BB5-3D00-BB3B-6A53F5BA870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3537374" y="692408"/>
            <a:ext cx="5117252" cy="34157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0827232"/>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diagram of a solar panel and a house&#10;&#10;AI-generated content may be incorrect.">
            <a:extLst>
              <a:ext uri="{FF2B5EF4-FFF2-40B4-BE49-F238E27FC236}">
                <a16:creationId xmlns:a16="http://schemas.microsoft.com/office/drawing/2014/main" id="{CD4AE5E7-C074-90C0-A9F2-E284EC03EF9A}"/>
              </a:ext>
            </a:extLst>
          </p:cNvPr>
          <p:cNvPicPr>
            <a:picLocks noChangeAspect="1"/>
          </p:cNvPicPr>
          <p:nvPr/>
        </p:nvPicPr>
        <p:blipFill>
          <a:blip r:embed="rId2">
            <a:alphaModFix amt="40000"/>
          </a:blip>
          <a:srcRect l="3184" r="3482"/>
          <a:stretch>
            <a:fillRect/>
          </a:stretch>
        </p:blipFill>
        <p:spPr>
          <a:xfrm>
            <a:off x="20" y="-6093"/>
            <a:ext cx="12191980" cy="6857990"/>
          </a:xfrm>
          <a:prstGeom prst="rect">
            <a:avLst/>
          </a:prstGeom>
        </p:spPr>
      </p:pic>
      <p:sp>
        <p:nvSpPr>
          <p:cNvPr id="2" name="Title 1">
            <a:extLst>
              <a:ext uri="{FF2B5EF4-FFF2-40B4-BE49-F238E27FC236}">
                <a16:creationId xmlns:a16="http://schemas.microsoft.com/office/drawing/2014/main" id="{DD5DE111-AADF-11B5-FE0D-018F29D3429C}"/>
              </a:ext>
            </a:extLst>
          </p:cNvPr>
          <p:cNvSpPr>
            <a:spLocks noGrp="1"/>
          </p:cNvSpPr>
          <p:nvPr>
            <p:ph type="title"/>
          </p:nvPr>
        </p:nvSpPr>
        <p:spPr>
          <a:xfrm>
            <a:off x="1251678" y="978408"/>
            <a:ext cx="10178322" cy="1062663"/>
          </a:xfrm>
          <a:noFill/>
          <a:ln>
            <a:solidFill>
              <a:srgbClr val="FFFFFF"/>
            </a:solidFill>
          </a:ln>
        </p:spPr>
        <p:txBody>
          <a:bodyPr>
            <a:normAutofit/>
          </a:bodyPr>
          <a:lstStyle/>
          <a:p>
            <a:r>
              <a:rPr lang="en-US" dirty="0">
                <a:solidFill>
                  <a:schemeClr val="tx1"/>
                </a:solidFill>
              </a:rPr>
              <a:t>Context of dataset – Kaggle </a:t>
            </a:r>
          </a:p>
        </p:txBody>
      </p:sp>
      <p:sp>
        <p:nvSpPr>
          <p:cNvPr id="3" name="Content Placeholder 2">
            <a:extLst>
              <a:ext uri="{FF2B5EF4-FFF2-40B4-BE49-F238E27FC236}">
                <a16:creationId xmlns:a16="http://schemas.microsoft.com/office/drawing/2014/main" id="{BCF88490-CBB6-3CB4-2A68-EC778B0D814C}"/>
              </a:ext>
            </a:extLst>
          </p:cNvPr>
          <p:cNvSpPr>
            <a:spLocks noGrp="1"/>
          </p:cNvSpPr>
          <p:nvPr>
            <p:ph idx="1"/>
          </p:nvPr>
        </p:nvSpPr>
        <p:spPr/>
        <p:txBody>
          <a:bodyPr>
            <a:normAutofit/>
          </a:bodyPr>
          <a:lstStyle/>
          <a:p>
            <a:r>
              <a:rPr lang="en-GB" dirty="0"/>
              <a:t>Create an energy prediction model of prosumers to reduce energy imbalance costs</a:t>
            </a:r>
          </a:p>
          <a:p>
            <a:r>
              <a:rPr lang="en-GB" dirty="0"/>
              <a:t>Prosumers produce and consume energy</a:t>
            </a:r>
          </a:p>
          <a:p>
            <a:r>
              <a:rPr lang="en-GB" dirty="0"/>
              <a:t>This dataset is on Estonian energy customers who have installed solar panels which makes them prosumers</a:t>
            </a:r>
          </a:p>
          <a:p>
            <a:r>
              <a:rPr lang="en-GB" dirty="0"/>
              <a:t>If solved, it would reduce the imbalance costs, improve the reliability of the grid, and make the integration of prosumers into the energy system more efficient and sustainable.</a:t>
            </a:r>
          </a:p>
          <a:p>
            <a:endParaRPr lang="en-US" dirty="0"/>
          </a:p>
        </p:txBody>
      </p:sp>
    </p:spTree>
    <p:extLst>
      <p:ext uri="{BB962C8B-B14F-4D97-AF65-F5344CB8AC3E}">
        <p14:creationId xmlns:p14="http://schemas.microsoft.com/office/powerpoint/2010/main" val="175394670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E89FD-33BD-5843-6280-6642210DADF0}"/>
              </a:ext>
            </a:extLst>
          </p:cNvPr>
          <p:cNvSpPr>
            <a:spLocks noGrp="1"/>
          </p:cNvSpPr>
          <p:nvPr>
            <p:ph type="title"/>
          </p:nvPr>
        </p:nvSpPr>
        <p:spPr>
          <a:xfrm>
            <a:off x="1752600" y="2542604"/>
            <a:ext cx="8686800" cy="1772793"/>
          </a:xfrm>
          <a:solidFill>
            <a:srgbClr val="FFFFFF"/>
          </a:solidFill>
          <a:ln>
            <a:solidFill>
              <a:srgbClr val="404040"/>
            </a:solidFill>
          </a:ln>
        </p:spPr>
        <p:txBody>
          <a:bodyPr vert="horz" wrap="square" lIns="182880" tIns="182880" rIns="182880" bIns="182880" rtlCol="0" anchor="ctr">
            <a:normAutofit/>
          </a:bodyPr>
          <a:lstStyle/>
          <a:p>
            <a:r>
              <a:rPr lang="en-US" sz="4800" kern="1200" cap="all" spc="200" baseline="0" dirty="0">
                <a:solidFill>
                  <a:srgbClr val="262626"/>
                </a:solidFill>
                <a:latin typeface="+mj-lt"/>
                <a:ea typeface="+mj-ea"/>
                <a:cs typeface="+mj-cs"/>
              </a:rPr>
              <a:t>Data science project pipeline</a:t>
            </a:r>
          </a:p>
        </p:txBody>
      </p:sp>
    </p:spTree>
    <p:extLst>
      <p:ext uri="{BB962C8B-B14F-4D97-AF65-F5344CB8AC3E}">
        <p14:creationId xmlns:p14="http://schemas.microsoft.com/office/powerpoint/2010/main" val="242090001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black background with white text&#10;&#10;AI-generated content may be incorrect.">
            <a:extLst>
              <a:ext uri="{FF2B5EF4-FFF2-40B4-BE49-F238E27FC236}">
                <a16:creationId xmlns:a16="http://schemas.microsoft.com/office/drawing/2014/main" id="{2EABF7F4-7CFC-C6E2-00C0-7301D5111E84}"/>
              </a:ext>
            </a:extLst>
          </p:cNvPr>
          <p:cNvPicPr>
            <a:picLocks noGrp="1" noChangeAspect="1"/>
          </p:cNvPicPr>
          <p:nvPr>
            <p:ph idx="1"/>
          </p:nvPr>
        </p:nvPicPr>
        <p:blipFill>
          <a:blip r:embed="rId2"/>
          <a:stretch>
            <a:fillRect/>
          </a:stretch>
        </p:blipFill>
        <p:spPr>
          <a:xfrm>
            <a:off x="454479" y="106135"/>
            <a:ext cx="11283042" cy="6645730"/>
          </a:xfrm>
        </p:spPr>
      </p:pic>
    </p:spTree>
    <p:extLst>
      <p:ext uri="{BB962C8B-B14F-4D97-AF65-F5344CB8AC3E}">
        <p14:creationId xmlns:p14="http://schemas.microsoft.com/office/powerpoint/2010/main" val="3930271638"/>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05B52-4861-300C-16AB-181144031D7E}"/>
              </a:ext>
            </a:extLst>
          </p:cNvPr>
          <p:cNvSpPr>
            <a:spLocks noGrp="1"/>
          </p:cNvSpPr>
          <p:nvPr>
            <p:ph type="title"/>
          </p:nvPr>
        </p:nvSpPr>
        <p:spPr>
          <a:xfrm>
            <a:off x="1251679" y="645107"/>
            <a:ext cx="3384329" cy="1640894"/>
          </a:xfrm>
        </p:spPr>
        <p:txBody>
          <a:bodyPr vert="horz" lIns="274320" tIns="182880" rIns="274320" bIns="182880" rtlCol="0" anchor="t" anchorCtr="1">
            <a:normAutofit/>
          </a:bodyPr>
          <a:lstStyle/>
          <a:p>
            <a:r>
              <a:rPr lang="en-US" sz="2800" dirty="0"/>
              <a:t>Data loading, merging and preprocessing </a:t>
            </a:r>
          </a:p>
        </p:txBody>
      </p:sp>
      <p:sp>
        <p:nvSpPr>
          <p:cNvPr id="3079" name="Content Placeholder 3077">
            <a:extLst>
              <a:ext uri="{FF2B5EF4-FFF2-40B4-BE49-F238E27FC236}">
                <a16:creationId xmlns:a16="http://schemas.microsoft.com/office/drawing/2014/main" id="{F6F062B9-2C71-B58A-C1A6-F705FFF541FB}"/>
              </a:ext>
            </a:extLst>
          </p:cNvPr>
          <p:cNvSpPr>
            <a:spLocks noGrp="1"/>
          </p:cNvSpPr>
          <p:nvPr>
            <p:ph idx="1"/>
          </p:nvPr>
        </p:nvSpPr>
        <p:spPr>
          <a:xfrm>
            <a:off x="1251679" y="2286001"/>
            <a:ext cx="3384330" cy="3940844"/>
          </a:xfrm>
        </p:spPr>
        <p:txBody>
          <a:bodyPr>
            <a:normAutofit/>
          </a:bodyPr>
          <a:lstStyle/>
          <a:p>
            <a:r>
              <a:rPr lang="en-GB" dirty="0"/>
              <a:t>Cleaning and organising the ingredients before cooking </a:t>
            </a:r>
          </a:p>
          <a:p>
            <a:r>
              <a:rPr lang="en-GB" dirty="0"/>
              <a:t>Downloading the data, making sure only the consumption data is used, and all four files are merged correctly</a:t>
            </a:r>
            <a:endParaRPr lang="en-US" dirty="0"/>
          </a:p>
        </p:txBody>
      </p:sp>
      <p:pic>
        <p:nvPicPr>
          <p:cNvPr id="3074" name="Picture 2" descr="The Cottage Veggie Wash Tip - The Cottage Cafe">
            <a:extLst>
              <a:ext uri="{FF2B5EF4-FFF2-40B4-BE49-F238E27FC236}">
                <a16:creationId xmlns:a16="http://schemas.microsoft.com/office/drawing/2014/main" id="{3BA0BE8F-4676-7B45-C0FE-C03A2F01D0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507" r="21220" b="-1"/>
          <a:stretch>
            <a:fillRect/>
          </a:stretch>
        </p:blipFill>
        <p:spPr bwMode="auto">
          <a:xfrm>
            <a:off x="5279472" y="645107"/>
            <a:ext cx="5995465" cy="55940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3742250"/>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EBE47-FB9D-AF7A-BFA9-79180E268EBB}"/>
              </a:ext>
            </a:extLst>
          </p:cNvPr>
          <p:cNvSpPr>
            <a:spLocks noGrp="1"/>
          </p:cNvSpPr>
          <p:nvPr>
            <p:ph type="title"/>
          </p:nvPr>
        </p:nvSpPr>
        <p:spPr>
          <a:xfrm>
            <a:off x="2231136" y="3781241"/>
            <a:ext cx="7729729" cy="855406"/>
          </a:xfrm>
          <a:noFill/>
          <a:ln>
            <a:solidFill>
              <a:schemeClr val="bg1"/>
            </a:solidFill>
          </a:ln>
        </p:spPr>
        <p:txBody>
          <a:bodyPr>
            <a:normAutofit fontScale="90000"/>
          </a:bodyPr>
          <a:lstStyle/>
          <a:p>
            <a:r>
              <a:rPr lang="en-US" sz="2800" dirty="0">
                <a:solidFill>
                  <a:schemeClr val="tx1"/>
                </a:solidFill>
              </a:rPr>
              <a:t>Feature engineering- what in the world is that?</a:t>
            </a:r>
          </a:p>
        </p:txBody>
      </p:sp>
      <p:sp>
        <p:nvSpPr>
          <p:cNvPr id="3" name="Content Placeholder 2">
            <a:extLst>
              <a:ext uri="{FF2B5EF4-FFF2-40B4-BE49-F238E27FC236}">
                <a16:creationId xmlns:a16="http://schemas.microsoft.com/office/drawing/2014/main" id="{E0BAA729-FC1D-C8EA-48B7-0F736C9F89E6}"/>
              </a:ext>
            </a:extLst>
          </p:cNvPr>
          <p:cNvSpPr>
            <a:spLocks noGrp="1"/>
          </p:cNvSpPr>
          <p:nvPr>
            <p:ph idx="1"/>
          </p:nvPr>
        </p:nvSpPr>
        <p:spPr>
          <a:xfrm>
            <a:off x="2238412" y="4846076"/>
            <a:ext cx="7715177" cy="1271556"/>
          </a:xfrm>
        </p:spPr>
        <p:txBody>
          <a:bodyPr>
            <a:normAutofit/>
          </a:bodyPr>
          <a:lstStyle/>
          <a:p>
            <a:pPr marL="0" indent="0">
              <a:lnSpc>
                <a:spcPct val="90000"/>
              </a:lnSpc>
              <a:buNone/>
            </a:pPr>
            <a:r>
              <a:rPr lang="en-GB" dirty="0"/>
              <a:t>Like adding spices to the dish – </a:t>
            </a:r>
          </a:p>
          <a:p>
            <a:pPr marL="0" indent="0">
              <a:lnSpc>
                <a:spcPct val="90000"/>
              </a:lnSpc>
              <a:buNone/>
            </a:pPr>
            <a:r>
              <a:rPr lang="en-GB" dirty="0"/>
              <a:t>We add lag and rolling average features, plus weather forecasts, which act like external flavours influencing consumption</a:t>
            </a:r>
          </a:p>
          <a:p>
            <a:pPr>
              <a:lnSpc>
                <a:spcPct val="90000"/>
              </a:lnSpc>
            </a:pPr>
            <a:endParaRPr lang="en-GB" sz="1400" dirty="0">
              <a:solidFill>
                <a:schemeClr val="tx1"/>
              </a:solidFill>
              <a:effectLst/>
            </a:endParaRPr>
          </a:p>
        </p:txBody>
      </p:sp>
      <p:pic>
        <p:nvPicPr>
          <p:cNvPr id="4098" name="Picture 2" descr="18+ Thousand Adding Spices Royalty-Free Images, Stock Photos &amp; Pictures |  Shutterstock">
            <a:extLst>
              <a:ext uri="{FF2B5EF4-FFF2-40B4-BE49-F238E27FC236}">
                <a16:creationId xmlns:a16="http://schemas.microsoft.com/office/drawing/2014/main" id="{6A50A271-FBC1-7B1E-B013-D64AD46B48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4092" r="-1" b="7874"/>
          <a:stretch>
            <a:fillRect/>
          </a:stretch>
        </p:blipFill>
        <p:spPr bwMode="auto">
          <a:xfrm>
            <a:off x="6129528" y="-1"/>
            <a:ext cx="6062472" cy="3428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997858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CA240-31A9-358D-4CBC-F1EF4A6B8AB2}"/>
              </a:ext>
            </a:extLst>
          </p:cNvPr>
          <p:cNvSpPr>
            <a:spLocks noGrp="1"/>
          </p:cNvSpPr>
          <p:nvPr>
            <p:ph type="title"/>
          </p:nvPr>
        </p:nvSpPr>
        <p:spPr>
          <a:xfrm>
            <a:off x="5195727" y="382385"/>
            <a:ext cx="6335338" cy="1492132"/>
          </a:xfrm>
          <a:solidFill>
            <a:srgbClr val="FFFFFF"/>
          </a:solidFill>
          <a:ln>
            <a:solidFill>
              <a:srgbClr val="404040"/>
            </a:solidFill>
          </a:ln>
        </p:spPr>
        <p:txBody>
          <a:bodyPr>
            <a:normAutofit/>
          </a:bodyPr>
          <a:lstStyle/>
          <a:p>
            <a:r>
              <a:rPr lang="en-US"/>
              <a:t>Data splitting  </a:t>
            </a:r>
          </a:p>
        </p:txBody>
      </p:sp>
      <p:pic>
        <p:nvPicPr>
          <p:cNvPr id="6148" name="Picture 4" descr="Moral Satisfaction Can Actually Make Food Taste Better - IFT.org">
            <a:extLst>
              <a:ext uri="{FF2B5EF4-FFF2-40B4-BE49-F238E27FC236}">
                <a16:creationId xmlns:a16="http://schemas.microsoft.com/office/drawing/2014/main" id="{32304386-20D9-5C58-4BCB-8F31053FAA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3" b="12685"/>
          <a:stretch>
            <a:fillRect/>
          </a:stretch>
        </p:blipFill>
        <p:spPr bwMode="auto">
          <a:xfrm>
            <a:off x="20" y="2286000"/>
            <a:ext cx="4654276" cy="22860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A screenshot of a chat&#10;&#10;AI-generated content may be incorrect.">
            <a:extLst>
              <a:ext uri="{FF2B5EF4-FFF2-40B4-BE49-F238E27FC236}">
                <a16:creationId xmlns:a16="http://schemas.microsoft.com/office/drawing/2014/main" id="{AA78E55D-9A5B-3630-C7AE-291D9C01568F}"/>
              </a:ext>
            </a:extLst>
          </p:cNvPr>
          <p:cNvPicPr>
            <a:picLocks noChangeAspect="1"/>
          </p:cNvPicPr>
          <p:nvPr/>
        </p:nvPicPr>
        <p:blipFill>
          <a:blip r:embed="rId4"/>
          <a:srcRect l="18060" r="3043" b="-3"/>
          <a:stretch>
            <a:fillRect/>
          </a:stretch>
        </p:blipFill>
        <p:spPr>
          <a:xfrm>
            <a:off x="20" y="4572000"/>
            <a:ext cx="4654276" cy="2286000"/>
          </a:xfrm>
          <a:prstGeom prst="rect">
            <a:avLst/>
          </a:prstGeom>
        </p:spPr>
      </p:pic>
      <p:sp>
        <p:nvSpPr>
          <p:cNvPr id="3" name="Content Placeholder 2">
            <a:extLst>
              <a:ext uri="{FF2B5EF4-FFF2-40B4-BE49-F238E27FC236}">
                <a16:creationId xmlns:a16="http://schemas.microsoft.com/office/drawing/2014/main" id="{451721FD-EB43-96D6-DBE9-DE282F314907}"/>
              </a:ext>
            </a:extLst>
          </p:cNvPr>
          <p:cNvSpPr>
            <a:spLocks noGrp="1"/>
          </p:cNvSpPr>
          <p:nvPr>
            <p:ph idx="1"/>
          </p:nvPr>
        </p:nvSpPr>
        <p:spPr>
          <a:xfrm>
            <a:off x="5195727" y="2286001"/>
            <a:ext cx="6335338" cy="3593591"/>
          </a:xfrm>
        </p:spPr>
        <p:txBody>
          <a:bodyPr>
            <a:normAutofit/>
          </a:bodyPr>
          <a:lstStyle/>
          <a:p>
            <a:r>
              <a:rPr lang="en-US" dirty="0">
                <a:solidFill>
                  <a:schemeClr val="tx1"/>
                </a:solidFill>
              </a:rPr>
              <a:t>Initially you taste your food its not nice, but you keep changing things like adding spices or more salt and eventually you taste it more and change things and you like it</a:t>
            </a:r>
          </a:p>
          <a:p>
            <a:r>
              <a:rPr lang="en-GB" dirty="0">
                <a:solidFill>
                  <a:schemeClr val="tx1"/>
                </a:solidFill>
              </a:rPr>
              <a:t>Learning from recent patterns and predicting what happens next</a:t>
            </a:r>
          </a:p>
          <a:p>
            <a:r>
              <a:rPr lang="en-US" dirty="0">
                <a:solidFill>
                  <a:schemeClr val="tx1"/>
                </a:solidFill>
              </a:rPr>
              <a:t>Each fold slides along time as the model is trained</a:t>
            </a:r>
          </a:p>
          <a:p>
            <a:endParaRPr lang="en-US" dirty="0">
              <a:solidFill>
                <a:srgbClr val="FFFFFF"/>
              </a:solidFill>
            </a:endParaRPr>
          </a:p>
        </p:txBody>
      </p:sp>
      <p:sp>
        <p:nvSpPr>
          <p:cNvPr id="6169" name="Rectangle 6168">
            <a:extLst>
              <a:ext uri="{FF2B5EF4-FFF2-40B4-BE49-F238E27FC236}">
                <a16:creationId xmlns:a16="http://schemas.microsoft.com/office/drawing/2014/main" id="{92CE7192-9926-4B6A-A377-FB1A2628C3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6146" name="Picture 2" descr="Can you train yourself to like foods you hate? - BBC Food">
            <a:extLst>
              <a:ext uri="{FF2B5EF4-FFF2-40B4-BE49-F238E27FC236}">
                <a16:creationId xmlns:a16="http://schemas.microsoft.com/office/drawing/2014/main" id="{070B3136-B23E-E60C-CE8A-23E304A3707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r="3" b="12685"/>
          <a:stretch>
            <a:fillRect/>
          </a:stretch>
        </p:blipFill>
        <p:spPr bwMode="auto">
          <a:xfrm>
            <a:off x="20" y="10"/>
            <a:ext cx="4654276" cy="2285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7732875"/>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5122" name="Picture 2" descr="Gordon Ramsay's TV Shows - A Comprehensive List Of Every Show Gordon Ramsay  Has Been In">
            <a:extLst>
              <a:ext uri="{FF2B5EF4-FFF2-40B4-BE49-F238E27FC236}">
                <a16:creationId xmlns:a16="http://schemas.microsoft.com/office/drawing/2014/main" id="{3600FBBB-4664-BDF3-DA7A-0BE880D649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1" b="8559"/>
          <a:stretch>
            <a:fillRect/>
          </a:stretch>
        </p:blipFill>
        <p:spPr bwMode="auto">
          <a:xfrm>
            <a:off x="-50031" y="6745"/>
            <a:ext cx="7537684"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E26FF841-37F1-89FC-768B-F5E087D94C8F}"/>
              </a:ext>
            </a:extLst>
          </p:cNvPr>
          <p:cNvSpPr>
            <a:spLocks noGrp="1"/>
          </p:cNvSpPr>
          <p:nvPr>
            <p:ph type="title"/>
          </p:nvPr>
        </p:nvSpPr>
        <p:spPr>
          <a:xfrm>
            <a:off x="804672" y="2844368"/>
            <a:ext cx="5928360" cy="1188720"/>
          </a:xfrm>
          <a:solidFill>
            <a:schemeClr val="bg1">
              <a:alpha val="80000"/>
            </a:schemeClr>
          </a:solidFill>
          <a:ln>
            <a:solidFill>
              <a:schemeClr val="tx1">
                <a:lumMod val="75000"/>
                <a:lumOff val="25000"/>
              </a:schemeClr>
            </a:solidFill>
          </a:ln>
        </p:spPr>
        <p:txBody>
          <a:bodyPr>
            <a:normAutofit/>
          </a:bodyPr>
          <a:lstStyle/>
          <a:p>
            <a:r>
              <a:rPr lang="en-GB" dirty="0">
                <a:solidFill>
                  <a:schemeClr val="tx1">
                    <a:lumMod val="85000"/>
                    <a:lumOff val="15000"/>
                  </a:schemeClr>
                </a:solidFill>
              </a:rPr>
              <a:t>Training model</a:t>
            </a:r>
            <a:endParaRPr lang="en-US" dirty="0">
              <a:solidFill>
                <a:schemeClr val="tx1">
                  <a:lumMod val="85000"/>
                  <a:lumOff val="15000"/>
                </a:schemeClr>
              </a:solidFill>
            </a:endParaRPr>
          </a:p>
        </p:txBody>
      </p:sp>
      <p:sp>
        <p:nvSpPr>
          <p:cNvPr id="3" name="Content Placeholder 2">
            <a:extLst>
              <a:ext uri="{FF2B5EF4-FFF2-40B4-BE49-F238E27FC236}">
                <a16:creationId xmlns:a16="http://schemas.microsoft.com/office/drawing/2014/main" id="{083F7977-103E-61A4-640E-1CB98493E885}"/>
              </a:ext>
            </a:extLst>
          </p:cNvPr>
          <p:cNvSpPr>
            <a:spLocks noGrp="1"/>
          </p:cNvSpPr>
          <p:nvPr>
            <p:ph idx="1"/>
          </p:nvPr>
        </p:nvSpPr>
        <p:spPr>
          <a:xfrm>
            <a:off x="8242273" y="973600"/>
            <a:ext cx="3374136" cy="4924280"/>
          </a:xfrm>
        </p:spPr>
        <p:txBody>
          <a:bodyPr anchor="ctr">
            <a:normAutofit/>
          </a:bodyPr>
          <a:lstStyle/>
          <a:p>
            <a:r>
              <a:rPr lang="en-GB" dirty="0"/>
              <a:t>To train the model, we use a powerful ‘chef’ (</a:t>
            </a:r>
            <a:r>
              <a:rPr lang="en-GB" dirty="0" err="1"/>
              <a:t>XGBoost</a:t>
            </a:r>
            <a:r>
              <a:rPr lang="en-GB" dirty="0"/>
              <a:t>) who learns from the data how different factors affect energy use.</a:t>
            </a:r>
          </a:p>
          <a:p>
            <a:r>
              <a:rPr lang="en-GB" dirty="0">
                <a:solidFill>
                  <a:srgbClr val="FFFFFF"/>
                </a:solidFill>
              </a:rPr>
              <a:t>Time series data remembers the past. </a:t>
            </a:r>
          </a:p>
          <a:p>
            <a:r>
              <a:rPr lang="en-GB" dirty="0">
                <a:solidFill>
                  <a:srgbClr val="FFFFFF"/>
                </a:solidFill>
              </a:rPr>
              <a:t>Randomly shuffling it for train-test splits? Please, don’t!</a:t>
            </a:r>
            <a:endParaRPr lang="en-US" dirty="0">
              <a:solidFill>
                <a:srgbClr val="FFFFFF"/>
              </a:solidFill>
            </a:endParaRPr>
          </a:p>
          <a:p>
            <a:endParaRPr lang="en-US" dirty="0">
              <a:solidFill>
                <a:srgbClr val="FFFFFF"/>
              </a:solidFill>
            </a:endParaRPr>
          </a:p>
        </p:txBody>
      </p:sp>
    </p:spTree>
    <p:extLst>
      <p:ext uri="{BB962C8B-B14F-4D97-AF65-F5344CB8AC3E}">
        <p14:creationId xmlns:p14="http://schemas.microsoft.com/office/powerpoint/2010/main" val="260056871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0C1AC84B-1666-71B8-2DAB-13C0805B558F}"/>
              </a:ext>
            </a:extLst>
          </p:cNvPr>
          <p:cNvGraphicFramePr>
            <a:graphicFrameLocks noGrp="1"/>
          </p:cNvGraphicFramePr>
          <p:nvPr>
            <p:ph idx="1"/>
            <p:extLst>
              <p:ext uri="{D42A27DB-BD31-4B8C-83A1-F6EECF244321}">
                <p14:modId xmlns:p14="http://schemas.microsoft.com/office/powerpoint/2010/main" val="1926176287"/>
              </p:ext>
            </p:extLst>
          </p:nvPr>
        </p:nvGraphicFramePr>
        <p:xfrm>
          <a:off x="1250950" y="2757170"/>
          <a:ext cx="10179051" cy="2011680"/>
        </p:xfrm>
        <a:graphic>
          <a:graphicData uri="http://schemas.openxmlformats.org/drawingml/2006/table">
            <a:tbl>
              <a:tblPr>
                <a:tableStyleId>{E8B1032C-EA38-4F05-BA0D-38AFFFC7BED3}</a:tableStyleId>
              </a:tblPr>
              <a:tblGrid>
                <a:gridCol w="3393017">
                  <a:extLst>
                    <a:ext uri="{9D8B030D-6E8A-4147-A177-3AD203B41FA5}">
                      <a16:colId xmlns:a16="http://schemas.microsoft.com/office/drawing/2014/main" val="3936011612"/>
                    </a:ext>
                  </a:extLst>
                </a:gridCol>
                <a:gridCol w="3393017">
                  <a:extLst>
                    <a:ext uri="{9D8B030D-6E8A-4147-A177-3AD203B41FA5}">
                      <a16:colId xmlns:a16="http://schemas.microsoft.com/office/drawing/2014/main" val="188035170"/>
                    </a:ext>
                  </a:extLst>
                </a:gridCol>
                <a:gridCol w="3393017">
                  <a:extLst>
                    <a:ext uri="{9D8B030D-6E8A-4147-A177-3AD203B41FA5}">
                      <a16:colId xmlns:a16="http://schemas.microsoft.com/office/drawing/2014/main" val="1561835286"/>
                    </a:ext>
                  </a:extLst>
                </a:gridCol>
              </a:tblGrid>
              <a:tr h="365760">
                <a:tc>
                  <a:txBody>
                    <a:bodyPr/>
                    <a:lstStyle/>
                    <a:p>
                      <a:r>
                        <a:rPr lang="en-GB" sz="1800" b="1" dirty="0"/>
                        <a:t>Dataset </a:t>
                      </a:r>
                    </a:p>
                  </a:txBody>
                  <a:tcPr anchor="ctr"/>
                </a:tc>
                <a:tc>
                  <a:txBody>
                    <a:bodyPr/>
                    <a:lstStyle/>
                    <a:p>
                      <a:r>
                        <a:rPr lang="en-GB" sz="1800" b="1" dirty="0"/>
                        <a:t>In cooking terms</a:t>
                      </a:r>
                    </a:p>
                  </a:txBody>
                  <a:tcPr anchor="ctr"/>
                </a:tc>
                <a:tc>
                  <a:txBody>
                    <a:bodyPr/>
                    <a:lstStyle/>
                    <a:p>
                      <a:r>
                        <a:rPr lang="en-GB" sz="1800" b="1" dirty="0"/>
                        <a:t>In pipeline</a:t>
                      </a:r>
                    </a:p>
                  </a:txBody>
                  <a:tcPr anchor="ctr"/>
                </a:tc>
                <a:extLst>
                  <a:ext uri="{0D108BD9-81ED-4DB2-BD59-A6C34878D82A}">
                    <a16:rowId xmlns:a16="http://schemas.microsoft.com/office/drawing/2014/main" val="4004434333"/>
                  </a:ext>
                </a:extLst>
              </a:tr>
              <a:tr h="365760">
                <a:tc>
                  <a:txBody>
                    <a:bodyPr/>
                    <a:lstStyle/>
                    <a:p>
                      <a:r>
                        <a:rPr lang="en-GB" sz="1800" b="1" dirty="0"/>
                        <a:t>Train</a:t>
                      </a:r>
                      <a:endParaRPr lang="en-GB" sz="1800" dirty="0"/>
                    </a:p>
                  </a:txBody>
                  <a:tcPr anchor="ctr"/>
                </a:tc>
                <a:tc>
                  <a:txBody>
                    <a:bodyPr/>
                    <a:lstStyle/>
                    <a:p>
                      <a:r>
                        <a:rPr lang="en-GB" sz="1800" dirty="0"/>
                        <a:t>Daily cooking practice (Jan–Aug)</a:t>
                      </a:r>
                    </a:p>
                  </a:txBody>
                  <a:tcPr anchor="ctr"/>
                </a:tc>
                <a:tc>
                  <a:txBody>
                    <a:bodyPr/>
                    <a:lstStyle/>
                    <a:p>
                      <a:r>
                        <a:rPr lang="en-GB" sz="1800"/>
                        <a:t>Model learns from past data</a:t>
                      </a:r>
                    </a:p>
                  </a:txBody>
                  <a:tcPr anchor="ctr"/>
                </a:tc>
                <a:extLst>
                  <a:ext uri="{0D108BD9-81ED-4DB2-BD59-A6C34878D82A}">
                    <a16:rowId xmlns:a16="http://schemas.microsoft.com/office/drawing/2014/main" val="1734393019"/>
                  </a:ext>
                </a:extLst>
              </a:tr>
              <a:tr h="640080">
                <a:tc>
                  <a:txBody>
                    <a:bodyPr/>
                    <a:lstStyle/>
                    <a:p>
                      <a:r>
                        <a:rPr lang="en-GB" sz="1800" b="1" dirty="0"/>
                        <a:t>Validate</a:t>
                      </a:r>
                      <a:endParaRPr lang="en-GB" sz="1800" dirty="0"/>
                    </a:p>
                  </a:txBody>
                  <a:tcPr anchor="ctr"/>
                </a:tc>
                <a:tc>
                  <a:txBody>
                    <a:bodyPr/>
                    <a:lstStyle/>
                    <a:p>
                      <a:r>
                        <a:rPr lang="en-GB" sz="1800"/>
                        <a:t>Recipe tuning (Sept–Oct)</a:t>
                      </a:r>
                    </a:p>
                  </a:txBody>
                  <a:tcPr anchor="ctr"/>
                </a:tc>
                <a:tc>
                  <a:txBody>
                    <a:bodyPr/>
                    <a:lstStyle/>
                    <a:p>
                      <a:r>
                        <a:rPr lang="en-GB" sz="1800"/>
                        <a:t>Adjust hyperparameters on recent past</a:t>
                      </a:r>
                    </a:p>
                  </a:txBody>
                  <a:tcPr anchor="ctr"/>
                </a:tc>
                <a:extLst>
                  <a:ext uri="{0D108BD9-81ED-4DB2-BD59-A6C34878D82A}">
                    <a16:rowId xmlns:a16="http://schemas.microsoft.com/office/drawing/2014/main" val="1729229787"/>
                  </a:ext>
                </a:extLst>
              </a:tr>
              <a:tr h="640080">
                <a:tc>
                  <a:txBody>
                    <a:bodyPr/>
                    <a:lstStyle/>
                    <a:p>
                      <a:r>
                        <a:rPr lang="en-GB" sz="1800" b="1"/>
                        <a:t>Test</a:t>
                      </a:r>
                      <a:endParaRPr lang="en-GB" sz="1800"/>
                    </a:p>
                  </a:txBody>
                  <a:tcPr anchor="ctr"/>
                </a:tc>
                <a:tc>
                  <a:txBody>
                    <a:bodyPr/>
                    <a:lstStyle/>
                    <a:p>
                      <a:r>
                        <a:rPr lang="en-GB" sz="1800"/>
                        <a:t>Final competition (Nov–Dec)</a:t>
                      </a:r>
                    </a:p>
                  </a:txBody>
                  <a:tcPr anchor="ctr"/>
                </a:tc>
                <a:tc>
                  <a:txBody>
                    <a:bodyPr/>
                    <a:lstStyle/>
                    <a:p>
                      <a:r>
                        <a:rPr lang="en-GB" sz="1800" dirty="0"/>
                        <a:t>Evaluate model on truly unseen data</a:t>
                      </a:r>
                    </a:p>
                  </a:txBody>
                  <a:tcPr anchor="ctr"/>
                </a:tc>
                <a:extLst>
                  <a:ext uri="{0D108BD9-81ED-4DB2-BD59-A6C34878D82A}">
                    <a16:rowId xmlns:a16="http://schemas.microsoft.com/office/drawing/2014/main" val="1829962851"/>
                  </a:ext>
                </a:extLst>
              </a:tr>
            </a:tbl>
          </a:graphicData>
        </a:graphic>
      </p:graphicFrame>
      <p:sp>
        <p:nvSpPr>
          <p:cNvPr id="5" name="Title 1">
            <a:extLst>
              <a:ext uri="{FF2B5EF4-FFF2-40B4-BE49-F238E27FC236}">
                <a16:creationId xmlns:a16="http://schemas.microsoft.com/office/drawing/2014/main" id="{3264CAE4-FE2D-4B19-385B-6BC3F1D301D9}"/>
              </a:ext>
            </a:extLst>
          </p:cNvPr>
          <p:cNvSpPr>
            <a:spLocks noGrp="1"/>
          </p:cNvSpPr>
          <p:nvPr>
            <p:ph type="title"/>
          </p:nvPr>
        </p:nvSpPr>
        <p:spPr>
          <a:xfrm>
            <a:off x="1109472" y="379464"/>
            <a:ext cx="5928360" cy="1188720"/>
          </a:xfrm>
          <a:solidFill>
            <a:schemeClr val="bg1">
              <a:alpha val="80000"/>
            </a:schemeClr>
          </a:solidFill>
          <a:ln>
            <a:solidFill>
              <a:schemeClr val="tx1">
                <a:lumMod val="75000"/>
                <a:lumOff val="25000"/>
              </a:schemeClr>
            </a:solidFill>
          </a:ln>
        </p:spPr>
        <p:txBody>
          <a:bodyPr>
            <a:normAutofit/>
          </a:bodyPr>
          <a:lstStyle/>
          <a:p>
            <a:r>
              <a:rPr lang="en-GB" dirty="0">
                <a:solidFill>
                  <a:schemeClr val="tx1">
                    <a:lumMod val="85000"/>
                    <a:lumOff val="15000"/>
                  </a:schemeClr>
                </a:solidFill>
              </a:rPr>
              <a:t>Training model</a:t>
            </a:r>
            <a:endParaRPr lang="en-US" dirty="0">
              <a:solidFill>
                <a:schemeClr val="tx1">
                  <a:lumMod val="85000"/>
                  <a:lumOff val="15000"/>
                </a:schemeClr>
              </a:solidFill>
            </a:endParaRPr>
          </a:p>
        </p:txBody>
      </p:sp>
    </p:spTree>
    <p:extLst>
      <p:ext uri="{BB962C8B-B14F-4D97-AF65-F5344CB8AC3E}">
        <p14:creationId xmlns:p14="http://schemas.microsoft.com/office/powerpoint/2010/main" val="3563343369"/>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224C2-0FB8-5543-B77F-C71DA399070E}"/>
              </a:ext>
            </a:extLst>
          </p:cNvPr>
          <p:cNvSpPr>
            <a:spLocks noGrp="1"/>
          </p:cNvSpPr>
          <p:nvPr>
            <p:ph type="title"/>
          </p:nvPr>
        </p:nvSpPr>
        <p:spPr/>
        <p:txBody>
          <a:bodyPr/>
          <a:lstStyle/>
          <a:p>
            <a:r>
              <a:rPr lang="en-US" dirty="0"/>
              <a:t>Evaluation</a:t>
            </a:r>
          </a:p>
        </p:txBody>
      </p:sp>
      <p:pic>
        <p:nvPicPr>
          <p:cNvPr id="5" name="Content Placeholder 4" descr="A graph showing the difference between the same and the same&#10;&#10;AI-generated content may be incorrect.">
            <a:extLst>
              <a:ext uri="{FF2B5EF4-FFF2-40B4-BE49-F238E27FC236}">
                <a16:creationId xmlns:a16="http://schemas.microsoft.com/office/drawing/2014/main" id="{A85F088F-9C10-07B9-6DEE-766093A0AA70}"/>
              </a:ext>
            </a:extLst>
          </p:cNvPr>
          <p:cNvPicPr>
            <a:picLocks noGrp="1" noChangeAspect="1"/>
          </p:cNvPicPr>
          <p:nvPr>
            <p:ph idx="1"/>
          </p:nvPr>
        </p:nvPicPr>
        <p:blipFill>
          <a:blip r:embed="rId3"/>
          <a:stretch>
            <a:fillRect/>
          </a:stretch>
        </p:blipFill>
        <p:spPr>
          <a:xfrm>
            <a:off x="1251678" y="1128451"/>
            <a:ext cx="6122462" cy="2517648"/>
          </a:xfrm>
        </p:spPr>
      </p:pic>
      <p:pic>
        <p:nvPicPr>
          <p:cNvPr id="7" name="Picture 6">
            <a:extLst>
              <a:ext uri="{FF2B5EF4-FFF2-40B4-BE49-F238E27FC236}">
                <a16:creationId xmlns:a16="http://schemas.microsoft.com/office/drawing/2014/main" id="{FB441990-4F5D-9EF7-C54A-E3FED1DDE094}"/>
              </a:ext>
            </a:extLst>
          </p:cNvPr>
          <p:cNvPicPr>
            <a:picLocks noChangeAspect="1"/>
          </p:cNvPicPr>
          <p:nvPr/>
        </p:nvPicPr>
        <p:blipFill>
          <a:blip r:embed="rId4"/>
          <a:stretch>
            <a:fillRect/>
          </a:stretch>
        </p:blipFill>
        <p:spPr>
          <a:xfrm>
            <a:off x="1251677" y="3646099"/>
            <a:ext cx="6122463" cy="2517648"/>
          </a:xfrm>
          <a:prstGeom prst="rect">
            <a:avLst/>
          </a:prstGeom>
        </p:spPr>
      </p:pic>
      <p:sp>
        <p:nvSpPr>
          <p:cNvPr id="13" name="Content Placeholder 2">
            <a:extLst>
              <a:ext uri="{FF2B5EF4-FFF2-40B4-BE49-F238E27FC236}">
                <a16:creationId xmlns:a16="http://schemas.microsoft.com/office/drawing/2014/main" id="{B303DDB6-495E-08A4-F7DA-9859EDC927BC}"/>
              </a:ext>
            </a:extLst>
          </p:cNvPr>
          <p:cNvSpPr txBox="1">
            <a:spLocks/>
          </p:cNvSpPr>
          <p:nvPr/>
        </p:nvSpPr>
        <p:spPr>
          <a:xfrm>
            <a:off x="5195727" y="2286001"/>
            <a:ext cx="6335338" cy="3593591"/>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a:lstStyle>
          <a:p>
            <a:endParaRPr lang="en-US" dirty="0">
              <a:solidFill>
                <a:srgbClr val="FFFFFF"/>
              </a:solidFill>
            </a:endParaRPr>
          </a:p>
        </p:txBody>
      </p:sp>
      <p:sp>
        <p:nvSpPr>
          <p:cNvPr id="17" name="Rectangle 4">
            <a:extLst>
              <a:ext uri="{FF2B5EF4-FFF2-40B4-BE49-F238E27FC236}">
                <a16:creationId xmlns:a16="http://schemas.microsoft.com/office/drawing/2014/main" id="{32A8F5BF-EBA7-E681-4142-8DAA588B68FA}"/>
              </a:ext>
            </a:extLst>
          </p:cNvPr>
          <p:cNvSpPr>
            <a:spLocks noChangeArrowheads="1"/>
          </p:cNvSpPr>
          <p:nvPr/>
        </p:nvSpPr>
        <p:spPr bwMode="auto">
          <a:xfrm>
            <a:off x="0" y="412464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CCCCCC"/>
                </a:solidFill>
                <a:effectLst/>
                <a:latin typeface="var(--notebook-cell-output-font-family)"/>
              </a:rPr>
              <a:t>Train RMSE: 123.6001, Val RMSE: 108.7727, Test RMSE: 47.0837 </a:t>
            </a:r>
            <a:endParaRPr kumimoji="0" lang="en-US" altLang="en-US" sz="10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9" name="AutoShape 5">
            <a:extLst>
              <a:ext uri="{FF2B5EF4-FFF2-40B4-BE49-F238E27FC236}">
                <a16:creationId xmlns:a16="http://schemas.microsoft.com/office/drawing/2014/main" id="{F3FDF274-77F6-BA9B-5D23-4BDC628688F6}"/>
              </a:ext>
            </a:extLst>
          </p:cNvPr>
          <p:cNvSpPr>
            <a:spLocks noChangeAspect="1" noChangeArrowheads="1"/>
          </p:cNvSpPr>
          <p:nvPr/>
        </p:nvSpPr>
        <p:spPr bwMode="auto">
          <a:xfrm>
            <a:off x="0"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Rectangle 6">
            <a:extLst>
              <a:ext uri="{FF2B5EF4-FFF2-40B4-BE49-F238E27FC236}">
                <a16:creationId xmlns:a16="http://schemas.microsoft.com/office/drawing/2014/main" id="{EE2FAA4E-CE9C-1576-8060-BC81E48F6778}"/>
              </a:ext>
            </a:extLst>
          </p:cNvPr>
          <p:cNvSpPr>
            <a:spLocks noChangeArrowheads="1"/>
          </p:cNvSpPr>
          <p:nvPr/>
        </p:nvSpPr>
        <p:spPr bwMode="auto">
          <a:xfrm>
            <a:off x="0" y="447579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900" b="0" i="0" u="none" strike="noStrike" cap="none" normalizeH="0" baseline="0">
                <a:ln>
                  <a:noFill/>
                </a:ln>
                <a:solidFill>
                  <a:srgbClr val="CCCCCC"/>
                </a:solidFill>
                <a:effectLst/>
                <a:latin typeface="var(--notebook-cell-output-font-family)"/>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4" name="Content Placeholder 2">
            <a:extLst>
              <a:ext uri="{FF2B5EF4-FFF2-40B4-BE49-F238E27FC236}">
                <a16:creationId xmlns:a16="http://schemas.microsoft.com/office/drawing/2014/main" id="{282CE252-357F-04E4-1CC2-62AF9372CC45}"/>
              </a:ext>
            </a:extLst>
          </p:cNvPr>
          <p:cNvSpPr txBox="1">
            <a:spLocks/>
          </p:cNvSpPr>
          <p:nvPr/>
        </p:nvSpPr>
        <p:spPr>
          <a:xfrm>
            <a:off x="7374140" y="1101017"/>
            <a:ext cx="4055860" cy="1492132"/>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a:lstStyle>
          <a:p>
            <a:r>
              <a:rPr lang="en-GB" dirty="0"/>
              <a:t>Train RMSE: 123.6001</a:t>
            </a:r>
          </a:p>
          <a:p>
            <a:r>
              <a:rPr lang="en-GB" dirty="0"/>
              <a:t>Val RMSE: 108.7727</a:t>
            </a:r>
          </a:p>
          <a:p>
            <a:r>
              <a:rPr lang="en-GB" dirty="0"/>
              <a:t>Test RMSE: 47.0837</a:t>
            </a:r>
            <a:endParaRPr lang="en-US" dirty="0">
              <a:solidFill>
                <a:srgbClr val="FFFFFF"/>
              </a:solidFill>
            </a:endParaRPr>
          </a:p>
        </p:txBody>
      </p:sp>
      <p:sp>
        <p:nvSpPr>
          <p:cNvPr id="25" name="Content Placeholder 2">
            <a:extLst>
              <a:ext uri="{FF2B5EF4-FFF2-40B4-BE49-F238E27FC236}">
                <a16:creationId xmlns:a16="http://schemas.microsoft.com/office/drawing/2014/main" id="{7444AA0D-3A5B-E7A9-A402-5E2B39485011}"/>
              </a:ext>
            </a:extLst>
          </p:cNvPr>
          <p:cNvSpPr txBox="1">
            <a:spLocks/>
          </p:cNvSpPr>
          <p:nvPr/>
        </p:nvSpPr>
        <p:spPr>
          <a:xfrm>
            <a:off x="7374140" y="3673533"/>
            <a:ext cx="4055860" cy="1492132"/>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a:lstStyle>
          <a:p>
            <a:r>
              <a:rPr lang="en-GB" dirty="0"/>
              <a:t>Train RMSE: 39.6588</a:t>
            </a:r>
          </a:p>
          <a:p>
            <a:r>
              <a:rPr lang="en-GB" dirty="0"/>
              <a:t>Val RMSE: 8.9938	</a:t>
            </a:r>
          </a:p>
          <a:p>
            <a:r>
              <a:rPr lang="en-GB" dirty="0"/>
              <a:t>Test RMSE: 18.8226</a:t>
            </a:r>
          </a:p>
          <a:p>
            <a:pPr marL="0" indent="0">
              <a:buNone/>
            </a:pPr>
            <a:endParaRPr lang="en-US" dirty="0">
              <a:solidFill>
                <a:srgbClr val="FFFFFF"/>
              </a:solidFill>
            </a:endParaRPr>
          </a:p>
        </p:txBody>
      </p:sp>
      <p:sp>
        <p:nvSpPr>
          <p:cNvPr id="26" name="Rectangle 10">
            <a:extLst>
              <a:ext uri="{FF2B5EF4-FFF2-40B4-BE49-F238E27FC236}">
                <a16:creationId xmlns:a16="http://schemas.microsoft.com/office/drawing/2014/main" id="{78FC96A6-9DA4-BB78-EA61-75265ED0F9C6}"/>
              </a:ext>
            </a:extLst>
          </p:cNvPr>
          <p:cNvSpPr>
            <a:spLocks noChangeArrowheads="1"/>
          </p:cNvSpPr>
          <p:nvPr/>
        </p:nvSpPr>
        <p:spPr bwMode="auto">
          <a:xfrm>
            <a:off x="0" y="509174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CCCCCC"/>
                </a:solidFill>
                <a:effectLst/>
                <a:latin typeface="var(--notebook-cell-output-font-family)"/>
              </a:rPr>
              <a:t>Train RMSE: 39.6588, Val RMSE: 8.9938, Test RMSE: 18.8226 </a:t>
            </a:r>
            <a:endParaRPr kumimoji="0" lang="en-US" altLang="en-US" sz="10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7" name="AutoShape 11">
            <a:extLst>
              <a:ext uri="{FF2B5EF4-FFF2-40B4-BE49-F238E27FC236}">
                <a16:creationId xmlns:a16="http://schemas.microsoft.com/office/drawing/2014/main" id="{6430012E-18C1-1E45-E1C1-741426A843EA}"/>
              </a:ext>
            </a:extLst>
          </p:cNvPr>
          <p:cNvSpPr>
            <a:spLocks noChangeAspect="1" noChangeArrowheads="1"/>
          </p:cNvSpPr>
          <p:nvPr/>
        </p:nvSpPr>
        <p:spPr bwMode="auto">
          <a:xfrm>
            <a:off x="0"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Rectangle 12">
            <a:extLst>
              <a:ext uri="{FF2B5EF4-FFF2-40B4-BE49-F238E27FC236}">
                <a16:creationId xmlns:a16="http://schemas.microsoft.com/office/drawing/2014/main" id="{DF37D76D-7612-914C-5F5F-7C49FF28DF7E}"/>
              </a:ext>
            </a:extLst>
          </p:cNvPr>
          <p:cNvSpPr>
            <a:spLocks noChangeArrowheads="1"/>
          </p:cNvSpPr>
          <p:nvPr/>
        </p:nvSpPr>
        <p:spPr bwMode="auto">
          <a:xfrm>
            <a:off x="0" y="570785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900" b="0" i="0" u="none" strike="noStrike" cap="none" normalizeH="0" baseline="0">
                <a:ln>
                  <a:noFill/>
                </a:ln>
                <a:solidFill>
                  <a:srgbClr val="CCCCCC"/>
                </a:solidFill>
                <a:effectLst/>
                <a:latin typeface="var(--notebook-cell-output-font-family)"/>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9" name="Rectangle 13">
            <a:extLst>
              <a:ext uri="{FF2B5EF4-FFF2-40B4-BE49-F238E27FC236}">
                <a16:creationId xmlns:a16="http://schemas.microsoft.com/office/drawing/2014/main" id="{A036F3DA-720C-6405-AD8C-2C20FA5FF847}"/>
              </a:ext>
            </a:extLst>
          </p:cNvPr>
          <p:cNvSpPr>
            <a:spLocks noChangeArrowheads="1"/>
          </p:cNvSpPr>
          <p:nvPr/>
        </p:nvSpPr>
        <p:spPr bwMode="auto">
          <a:xfrm>
            <a:off x="152400" y="510698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CCCCCC"/>
                </a:solidFill>
                <a:effectLst/>
                <a:latin typeface="var(--notebook-cell-output-font-family)"/>
              </a:rPr>
              <a:t>Train RMSE: 39.6588, Val RMSE: 8.9938, Test RMSE: 18.8226 </a:t>
            </a:r>
            <a:endParaRPr kumimoji="0" lang="en-US" altLang="en-US" sz="10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0" name="AutoShape 14">
            <a:extLst>
              <a:ext uri="{FF2B5EF4-FFF2-40B4-BE49-F238E27FC236}">
                <a16:creationId xmlns:a16="http://schemas.microsoft.com/office/drawing/2014/main" id="{EC3A98AF-5B4C-8E64-E2D3-034D188AA554}"/>
              </a:ext>
            </a:extLst>
          </p:cNvPr>
          <p:cNvSpPr>
            <a:spLocks noChangeAspect="1" noChangeArrowheads="1"/>
          </p:cNvSpPr>
          <p:nvPr/>
        </p:nvSpPr>
        <p:spPr bwMode="auto">
          <a:xfrm>
            <a:off x="152400" y="152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 name="Rectangle 15">
            <a:extLst>
              <a:ext uri="{FF2B5EF4-FFF2-40B4-BE49-F238E27FC236}">
                <a16:creationId xmlns:a16="http://schemas.microsoft.com/office/drawing/2014/main" id="{B0CB1A8F-0701-BC65-97C8-7DAEB12CA722}"/>
              </a:ext>
            </a:extLst>
          </p:cNvPr>
          <p:cNvSpPr>
            <a:spLocks noChangeArrowheads="1"/>
          </p:cNvSpPr>
          <p:nvPr/>
        </p:nvSpPr>
        <p:spPr bwMode="auto">
          <a:xfrm>
            <a:off x="152400" y="572309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900" b="0" i="0" u="none" strike="noStrike" cap="none" normalizeH="0" baseline="0">
                <a:ln>
                  <a:noFill/>
                </a:ln>
                <a:solidFill>
                  <a:srgbClr val="CCCCCC"/>
                </a:solidFill>
                <a:effectLst/>
                <a:latin typeface="var(--notebook-cell-output-font-family)"/>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38866324"/>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0A7D14-7B67-4022-A8BE-1CCD4A0F1B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0971758D-8920-2C08-F773-CA290B6DC772}"/>
              </a:ext>
            </a:extLst>
          </p:cNvPr>
          <p:cNvSpPr>
            <a:spLocks noGrp="1"/>
          </p:cNvSpPr>
          <p:nvPr>
            <p:ph type="title"/>
          </p:nvPr>
        </p:nvSpPr>
        <p:spPr>
          <a:xfrm>
            <a:off x="1251678" y="382385"/>
            <a:ext cx="10178322" cy="1492132"/>
          </a:xfrm>
        </p:spPr>
        <p:txBody>
          <a:bodyPr anchor="ctr">
            <a:normAutofit/>
          </a:bodyPr>
          <a:lstStyle/>
          <a:p>
            <a:r>
              <a:rPr lang="en-US" dirty="0"/>
              <a:t>What am I leaving with?</a:t>
            </a:r>
          </a:p>
        </p:txBody>
      </p:sp>
      <p:sp>
        <p:nvSpPr>
          <p:cNvPr id="11" name="Freeform 6">
            <a:extLst>
              <a:ext uri="{FF2B5EF4-FFF2-40B4-BE49-F238E27FC236}">
                <a16:creationId xmlns:a16="http://schemas.microsoft.com/office/drawing/2014/main" id="{AB09A9E8-BF27-4613-A775-071F082083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accent1"/>
          </a:solidFill>
          <a:ln w="0">
            <a:noFill/>
            <a:prstDash val="solid"/>
            <a:round/>
            <a:headEnd/>
            <a:tailEnd/>
          </a:ln>
        </p:spPr>
        <p:txBody>
          <a:bodyPr/>
          <a:lstStyle/>
          <a:p>
            <a:endParaRPr lang="en-US"/>
          </a:p>
        </p:txBody>
      </p:sp>
      <p:sp>
        <p:nvSpPr>
          <p:cNvPr id="13" name="Rectangle 12">
            <a:extLst>
              <a:ext uri="{FF2B5EF4-FFF2-40B4-BE49-F238E27FC236}">
                <a16:creationId xmlns:a16="http://schemas.microsoft.com/office/drawing/2014/main" id="{C3AFE299-6F79-44AF-9A77-2DC2DC1F84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31717AEA-8AF1-0B77-EA79-646FBAB8B292}"/>
              </a:ext>
            </a:extLst>
          </p:cNvPr>
          <p:cNvGraphicFramePr>
            <a:graphicFrameLocks noGrp="1"/>
          </p:cNvGraphicFramePr>
          <p:nvPr>
            <p:ph idx="1"/>
            <p:extLst>
              <p:ext uri="{D42A27DB-BD31-4B8C-83A1-F6EECF244321}">
                <p14:modId xmlns:p14="http://schemas.microsoft.com/office/powerpoint/2010/main" val="806867945"/>
              </p:ext>
            </p:extLst>
          </p:nvPr>
        </p:nvGraphicFramePr>
        <p:xfrm>
          <a:off x="1250950" y="2286000"/>
          <a:ext cx="10179050" cy="35941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8169389"/>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theme/theme1.xml><?xml version="1.0" encoding="utf-8"?>
<a:theme xmlns:a="http://schemas.openxmlformats.org/drawingml/2006/main" name="Badge">
  <a:themeElements>
    <a:clrScheme name="Badge">
      <a:dk1>
        <a:sysClr val="windowText" lastClr="000000"/>
      </a:dk1>
      <a:lt1>
        <a:sysClr val="window" lastClr="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771EA782-DFA6-45B1-AEA3-661F1715B31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065f1a46-1149-4b07-97f4-ee5ba49b485b}" enabled="1" method="Privileged" siteId="{a603898f-7de2-45ba-b67d-d35fb519b2cf}" removed="0"/>
</clbl:labelList>
</file>

<file path=docProps/app.xml><?xml version="1.0" encoding="utf-8"?>
<Properties xmlns="http://schemas.openxmlformats.org/officeDocument/2006/extended-properties" xmlns:vt="http://schemas.openxmlformats.org/officeDocument/2006/docPropsVTypes">
  <Template>Badge</Template>
  <TotalTime>19718</TotalTime>
  <Words>1273</Words>
  <Application>Microsoft Macintosh PowerPoint</Application>
  <PresentationFormat>Widescreen</PresentationFormat>
  <Paragraphs>140</Paragraphs>
  <Slides>20</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ADLaM Display</vt:lpstr>
      <vt:lpstr>Aptos</vt:lpstr>
      <vt:lpstr>Arial</vt:lpstr>
      <vt:lpstr>Gill Sans MT</vt:lpstr>
      <vt:lpstr>Impact</vt:lpstr>
      <vt:lpstr>var(--notebook-cell-output-font-family)</vt:lpstr>
      <vt:lpstr>Badge</vt:lpstr>
      <vt:lpstr>MY JOURNEY at</vt:lpstr>
      <vt:lpstr>A WILD 9 WEEKS - WHAT DID I START WITH? </vt:lpstr>
      <vt:lpstr>What is cloud computing?</vt:lpstr>
      <vt:lpstr>Introduction to AWS</vt:lpstr>
      <vt:lpstr>Built a Minecraft server </vt:lpstr>
      <vt:lpstr>Terraform – Infrastructure as Code</vt:lpstr>
      <vt:lpstr>Why do it all in terraform?</vt:lpstr>
      <vt:lpstr>Built a cloudwatch alarm</vt:lpstr>
      <vt:lpstr>PowerPoint Presentation</vt:lpstr>
      <vt:lpstr>Side projects? Forecasting with machine    learning models</vt:lpstr>
      <vt:lpstr>Context of dataset – Kaggle </vt:lpstr>
      <vt:lpstr>Data science project pipeline</vt:lpstr>
      <vt:lpstr>PowerPoint Presentation</vt:lpstr>
      <vt:lpstr>Data loading, merging and preprocessing </vt:lpstr>
      <vt:lpstr>Feature engineering- what in the world is that?</vt:lpstr>
      <vt:lpstr>Data splitting  </vt:lpstr>
      <vt:lpstr>Training model</vt:lpstr>
      <vt:lpstr>Training model</vt:lpstr>
      <vt:lpstr>Evaluation</vt:lpstr>
      <vt:lpstr>What am I leaving with?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Manha Awan</dc:creator>
  <cp:lastModifiedBy>Manha Awan</cp:lastModifiedBy>
  <cp:revision>14</cp:revision>
  <dcterms:created xsi:type="dcterms:W3CDTF">2025-07-15T15:40:19Z</dcterms:created>
  <dcterms:modified xsi:type="dcterms:W3CDTF">2025-08-13T07:43:56Z</dcterms:modified>
</cp:coreProperties>
</file>